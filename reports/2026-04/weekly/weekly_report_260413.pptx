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大家好，今天要報告的是 Vulkan Persistent Thread Producer-Consumer Network 這個 POC 的本週進度。
這個 POC 的背景是：我們想在 Vulkan 上實現類似 D3D12 Work Graphs 的調度行為。Work Graphs 是 DirectX 12 在 2023 年底引入的新功能，允許 GPU 自主調度工作節點，不需要回到 CPU 端做 dispatch。但目前 Vulkan 還沒有對應的擴展，所以我們用 persistent thread 的方式來模擬這個行為，並且量測它的性能特性。
這個 POC 是基於 Sascha Willems 的 Vulkan 範例庫 fork 出來的，利用它現有的 Vulkan 基礎設施來加速開發。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我們這個 POC 有兩個核心研究目標。
第一個目標是了解 persistent thread 模式的性能損耗。所謂 persistent thread，就是讓 GPU 線程在 shader 裡面跑一個無窮迴圈，不斷地從佇列裡取任務、處理、再放回去。這種模式的好處是省掉了反覆 dispatch 的 overhead，但代價是線程之間需要靠原子操作來同步，CAS 失敗的時候線程就在空轉，浪費 GPU cycle。我們需要量化這個代價到底有多大。
第二個目標是量測 on-chip memory 的利用能力。persistent thread 的一個理論優勢是：因為線程一直活著，它們可以把工作佇列放在 LDS（也就是 shared memory）裡面，而不是放在 global memory。LDS 的延遲大約是 global memory 的百分之一到十分之一。如果這個優勢能被有效利用，persistent thread 模式就可能比傳統的 execute indirect 模式有更低的調度延遲。這是我們要驗證的核心假設。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本週的核心目標就是一句話：「跑通整條路徑」。
我們從零開始搭建了一個可運作的 persistent thread producer-consumer 原型。這個原型涵蓋了 Phase 1 到 Phase 3 的部分內容：
Phase 1 是環境建置 — fork repo、建立目錄結構、設定 CMake。
Phase 2 是 persistent thread 的核心機制 — while 永續循環、CAS 無鎖佇列、host 端即時監控。
Phase 3 是多節點網絡 — 我們實現了 Node A、B、C 三個角色，用兩條 ring buffer 串起來。
最後驗證了端到端的結果：在 RX 7900 XTX 上可以正確運行，任務流轉正常，host 端可以即時觀察到 GPU 的進度。
這週主要是確認技術可行性，為後續的性能量測建立基礎。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是 persistent thread 機制的核心。
左上是持久循環機制：我們只做一次 vkCmdDispatch，dispatch 大小是 32 個 workgroup，每個 workgroup 32 個線程，所以總共 1024 個線程。這些線程進入 shader 之後就跑一個 while 迴圈，一直到 host 端把 stopFlag 設成 1 才會退出。
右上是 host 端監控：control buffer 用 HOST_VISIBLE 加 HOST_COHERENT 的記憶體，做 persistent mapping。CPU 端每 100 毫秒輪詢一次，可以即時看到 GPU 端的 totalProcessed 和兩個佇列的 count。
下面是 CAS 同步的四個步驟的總覽，接下來兩張投影片會用實際的 shader 代碼來詳細說明。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這張投影片展示 shader 的資料結構定義。
左邊是實際的 GLSL 代碼。我們定義了三個 SSBO：
binding 0 是 ControlBlock，包含兩組 QueueControl（q1 和 q2）、一個 stopFlag 和一個 totalProcessed 計數器。QueueControl 裡面有三個欄位：head 是消費者的讀取位置，tail 是生產者的寫入位置，count 是當前佇列中的任務數量。count 是 CAS 操作的目標 — 我們用它來做無鎖的容量管理。
binding 1 和 2 分別是兩條 ring buffer，每條 512 個 Task，每個 Task 是 4 個 uint32（16 bytes），所以每條佇列 8KB。
local_size_x = 32 表示每個 workgroup 有 32 個線程。我們 dispatch 了 32 個 workgroup，所以總共 1024 個線程。每個線程的角色由 gl_GlobalInvocationID.x % 32 來決定。
注意 QUEUE_SIZE 是 specialization constant，它的值必須跟 C++ 端的 #define 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這張投影片用 Node A（Producer）的代碼來走一遍 CAS 同步的四個步驟。
第一步，讀取 count。這只是一個普通的讀取，不是原子操作。讀到的值可能已經過時了，因為別的線程可能同時在修改 count。但沒關係，這只是一個快速的樂觀檢查 — 如果佇列明顯是滿的，就直接跳過，不用浪費一次原子操作。
第二步是關鍵：atomicCompSwap。它的語意是「如果 count 還是我在第一步看到的那個值，就把它加 1」。如果成功，表示我預約到了一個 slot，count 已經從 N 變成了 N+1。如果失敗（回傳值不等於 cur），表示在我讀取和嘗試修改之間，有別的線程搶先改了 count，這次就放棄，回到 while 迴圈下一輪再試。
為什麼不直接用 atomicAdd？因為 atomicAdd 無條件執行。如果佇列已經滿了（count == 512），10 個線程同時 atomicAdd(count, 1)，count 會變成 522，超過佇列容量，造成越界寫入。CAS 保證只有在 count &lt; QUEUE_SIZE 的前提下才會成功。
第三步，CAS 成功後，用 atomicAdd(tail, 1) 取得實際的寫入位置。因為 CAS 已經保證了不會超賣，所以到這一步的線程數量一定不會超過佇列的可用空間，atomicAdd 不需要再做額外檢查。% QUEUE_SIZE 是因為 ring buffer 到底就繞回來。
第四步，把 payload 寫入取得的 slot，然後呼叫 memoryBarrierBuffer()。這個 barrier 確保寫入的資料對其他線程（特別是 Node B）可見。沒有這個 barrier 的話，GPU 可能把資料留在 cache 裡，別的線程讀到的是舊值或未初始化的資料。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這張投影片展示 Node B 的代碼，它是最複雜的節點，因為它同時是 Queue 1 的消費者和 Queue 2 的生產者。
上半部是從 Queue 1 取任務，跟 Node A 是同樣的 CAS 模式，但方向相反：CAS 把 count 減 1（表示取走一個任務），atomicAdd 推進 head（取得讀取位置），然後讀取 payload 加 barrier。
下半部是推入 Queue 2。這裡有一個關鍵的設計選擇：如果 Queue 2 滿了，Node B 會用 while 迴圈自旋等待，直到有空位或者收到 stopFlag。
這個 spin-wait 是目前已知的性能瓶頸。如果 Node C（Consumer）處理速度跟不上 Node B 的產出速度，Queue 2 就會堆滿，Node B 開始空轉，Queue 1 也會跟著堆積，最終 Node A 也無法生產。整個 pipeline 形成反壓（back-pressure）。
目前的 transform 操作很簡單 — 就是 data + 1。這是為了先驗證管線的正確性。後續 phase 會替換成實際的工作負載。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是多節點網絡的實現。
上面的流程圖展示了三個節點的拓撲：Node A 是 Producer，Node B 是 Transformer，Node C 是 Consumer。
下面的表格是線程角色的分配。我們用 globalInvocationID mod 32 來決定每個線程的角色：餘數為 0 的是 Producer，每個 workgroup 只有 1 個。餘數 1 到 15 是 Transformer，每個 workgroup 15 個。餘數 16 到 31 是 Consumer，每個 workgroup 16 個。
每條佇列是 512 個 entry 的 ring buffer，每個 task 是 16 bytes，所以一條佇列佔 8KB。佇列放在 HOST_VISIBLE 的 SSBO 裡面，讓 CPU 可以觀察佇列狀態，但代價是延遲比 device local memory 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這張投影片展示 Node C 的代碼和整個 pipeline 的總結。
Node C 的模式跟 Node B 從 Queue 1 取任務是一樣的 CAS pop 模式：讀取 count、CAS 減 1、atomicAdd 推進 head、讀取 payload、barrier。
唯一的差別是最後一行：atomicAdd(totalProcessed, 1)。這個計數器就是 host 端輪詢的目標 — CPU 每 100ms 讀一次這個值來追蹤 GPU 的處理進度。
下面的總結框強調了這個設計的核心特點：所有三個角色（Producer、Transformer、Consumer）都在同一次 vkCmdDispatch 裡面運行。不需要回到 CPU 端做任何調度。GPU 自己透過 CAS 原子操作來協調任務的生產和消費。這就是 persistent thread 模式的核心價值 — 省掉 CPU-GPU 之間的 round-trip。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驗證結果有四個重點。
第一，編譯和運行沒有問題。在 MSVC 加 Vulkan SDK 1.4.304.1 的環境下正確編譯，在 AMD RX 7900 XTX 上正常運行。
第二，任務流轉正常。我們觀察到 totalProcessed 持續增長，這代表任務確實從 Node A 經過 Node B 流到 Node C，整個 pipeline 是通的。
第三，host 端監控運作正常。CPU 可以即時讀到 GPU 寫入的 Q1 count 和 Q2 count，這確認了 HOST_COHERENT 的 persistent mapping 機制是有效的。
第四，安全終止。按任意鍵後，CPU 把 stopFlag 設成 1，GPU 端所有線程在下一次迴圈迭代偵測到這個信號就退出了。沒有發生 hang 或 device lost。
總結來說，這週的目標已經達成：整條路徑跑通了，技術可行性已確認。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接下來是目前已知的五個問題和風險。
第一，CAS 競爭開銷未量化。這是最重要的問題。我們目前沒有任何性能計數器，不知道 CAS 的失敗率有多高、線程空轉浪費了多少 GPU cycle。
第二，Node B 的阻塞式轉發。如果 Queue 2 滿了，Node B 會自旋等待，造成 back-pressure，最終整個 pipeline 都會停滯。
第三，所有佇列都在 global memory。SSBO 的存取延遲大約是 LDS 的 10 到 100 倍。這是 Phase 4 的重點驗證項目。
第四，線程角色是靜態分配的。1:15:16 的比例還沒有驗證是否最佳。
第五，沒有錯誤恢復機制。雖然 CAS livelock 的機率很低，但目前沒有任何保護。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最後是下週的計畫，分四個方向。
第一，Phase 3 收尾。主要是加入 branching 邏輯 — 讓一個任務可以觸發多個子任務，驗證 DAG 結構的任務流。同時考慮加入 specialization constant 來控制線程角色比例。
第二，Phase 4 啟動，這是最重要的。要把 Task Queue 從 SSBO 搬到 shared memory（LDS）。這是整個 POC 的核心研究問題：persistent thread 能不能透過 LDS 達到比 execute indirect 更低的調度延遲。
第三，性能量測基礎建設。加入 vkCmdWriteTimestamp 和 pipeline statistics query，建立 baseline 數據。同時在 shader 裡加入 CAS failure counter。
第四，Subgroup 優化探索。RDNA3 的 subgroupBallot 和 subgroupElect 可以讓一個 subgroup 裡面只有一個線程去做原子操作，有可能大幅減少競爭。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以上就是本週的報告。
總結一下：這週我們從零搭建了 persistent thread producer-consumer 的原型，跑通了 Node A 到 B 到 C 的完整路徑，確認了技術可行性。下週的重點是把佇列搬到 LDS、加入性能量測，開始收集真正有意義的數據。
有什麼問題或建議嗎？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051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WEEKLY REPORT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463040" y="173736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Vulkan Persistent Thread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Producer-Consumer Network POC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1463040" y="338328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04 / 13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63040" y="4069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LUO-WEN-CHIEN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D948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研究定位（更正版）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16459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97280"/>
            <a:ext cx="64008" cy="1645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定位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producer-consumer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19659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producer-consumer 做到盡可能快；用 profiling / metrics 找瓶頸，提出 optimization 方向。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7863840" cy="16459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17520"/>
            <a:ext cx="64008" cy="1645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意義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474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 MTK 的 mobile 優化依據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886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MTK 預先知道 mobile GPU 的瓶頸：atomic contention、global memory traffic、queue pressure、role imbalance、memory visibility、spin-wait。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Week: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End-to-end validation — build a working persistent thread producer-consumer prototype from scratch.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977640" cy="14630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8016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22128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Sascha Willems repo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POC directory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integration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92040" y="1463040"/>
            <a:ext cx="3977640" cy="14630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627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53212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Thread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532120" y="22128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while loop in shader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CAS-based lock-free queue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Host-side live monitoring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154680"/>
            <a:ext cx="3977640" cy="14630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319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28016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Network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280160" y="390448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A-&gt;B-&gt;C topology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ring buffer queues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3-role thread assignment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892040" y="3154680"/>
            <a:ext cx="3977640" cy="14630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3375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319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5321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532120" y="390448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RX 7900 XTX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flow confirmed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monitor works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2: Persistent Thread &amp; CAS Sync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931920" cy="182880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51560"/>
            <a:ext cx="64008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Persistent Loop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4630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vkCmdDispatch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(32, 1, 1) = 1024 threads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(stopFlag == 0) infinite loop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writes stopFlag = 1 to terminate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931920" cy="182880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64008" cy="18288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516636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 Monitoring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66360" y="14630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HOST_VISIBLE | HOST_COHERENT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Mapping (vkMapMemory)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polls GPU control block every 100ms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display: totalProcessed, Q1/Q2 count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7863840" cy="16916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108960"/>
            <a:ext cx="64008" cy="1691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CAS-Based Ring Buffer — 4 Steps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3611880"/>
            <a:ext cx="1645920" cy="10058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3657600"/>
            <a:ext cx="274320" cy="228600"/>
          </a:xfrm>
          <a:prstGeom prst="rect">
            <a:avLst/>
          </a:prstGeom>
          <a:solidFill>
            <a:srgbClr val="14B8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36576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Count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queue count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availability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0" y="38404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971800" y="3611880"/>
            <a:ext cx="1645920" cy="10058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1" name="Text 19"/>
          <p:cNvSpPr/>
          <p:nvPr/>
        </p:nvSpPr>
        <p:spPr>
          <a:xfrm>
            <a:off x="3017520" y="3657600"/>
            <a:ext cx="274320" cy="228600"/>
          </a:xfrm>
          <a:prstGeom prst="rect">
            <a:avLst/>
          </a:prstGeom>
          <a:solidFill>
            <a:srgbClr val="14B8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36576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Reserve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0896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atomicCompSwap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(count, exp, exp±1)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17720" y="38404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846320" y="3611880"/>
            <a:ext cx="1645920" cy="10058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3657600"/>
            <a:ext cx="274320" cy="228600"/>
          </a:xfrm>
          <a:prstGeom prst="rect">
            <a:avLst/>
          </a:prstGeom>
          <a:solidFill>
            <a:srgbClr val="14B8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12080" y="36576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Slot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atomicAdd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(head/tail, 1)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38404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720840" y="3611880"/>
            <a:ext cx="1645920" cy="10058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0" y="3657600"/>
            <a:ext cx="274320" cy="228600"/>
          </a:xfrm>
          <a:prstGeom prst="rect">
            <a:avLst/>
          </a:prstGeom>
          <a:solidFill>
            <a:srgbClr val="14B8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86600" y="36576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R/W Data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 payload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memoryBarrierBuffer()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Shader: Data Layout &amp; Main Loop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754880" cy="384048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headless.comp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#version 450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layout(local_size_x = 32) in;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Task { uint payload[4]; };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QueueControl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 head; uint tail; uint count;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layout(std430, binding=0) buffer ControlBlock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QueueControl q1;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QueueControl q2;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 stopFlag;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 totalProcessed;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control;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layout(std430, binding=1) buffer Queue1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Task tasks[]; } queue1;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layout(std430, binding=2) buffer Queue2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Task tasks[]; } queue2;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uint QUEUE_SIZE = 512;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94960" y="1005840"/>
            <a:ext cx="3474720" cy="128016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94960" y="1005840"/>
            <a:ext cx="64008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SSBOs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0" y="14173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ControlBlock (32 bytes) — queue heads/tails, stop flag, processed count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1 &amp;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buffers — 512 tasks x 16 bytes = 8KB each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94960" y="2468880"/>
            <a:ext cx="3474720" cy="10972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394960" y="2468880"/>
            <a:ext cx="64008" cy="10972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QueueControl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consumer read position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producer write position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task count (CAS target)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94960" y="3749040"/>
            <a:ext cx="3474720" cy="10972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94960" y="374904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local_size_x = 32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41605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threads per workgroup.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Dispatch(32,1,1) = 1024 total threads.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role decided by gId % 32.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Code: CAS Sync — Producer (Node A)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347472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 A: Producer — push to Queue 1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((gId % 32) == 0)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Step 1: Read count (optimistic check)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uint cur = control.q1.count;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(cur &lt; QUEUE_SIZE)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Step 2: CAS reserve a slot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(atomicCompSwap(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control.q1.count,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cur,          // expected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+ 1       // new value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== cur)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Step 3: Get write position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slot = atomicAdd(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control.q1.tail, 1) % QUEUE_SIZE;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Step 4: Write + barrier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queue1.tasks[slot].payload[0] = 777;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memoryBarrierBuffer();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0" y="1051560"/>
            <a:ext cx="320040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0" y="1051560"/>
            <a:ext cx="64008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0" y="1097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Read Count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325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Non-atomic read. May be stale — that's OK, CAS will catch it.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1920240"/>
            <a:ext cx="3200400" cy="91440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0" y="1920240"/>
            <a:ext cx="64008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965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CAS Reserve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count unchanged since Step 1, atomically increment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slot reserved.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= another thread got there first, retry.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0" y="2971800"/>
            <a:ext cx="320040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0" y="2971800"/>
            <a:ext cx="64008" cy="7315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3017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Get Slot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atomicAdd guarantees unique slot per thread. Modulo wraps around ring buffer.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3840480"/>
            <a:ext cx="320040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669280" y="3840480"/>
            <a:ext cx="64008" cy="731520"/>
          </a:xfrm>
          <a:prstGeom prst="rect">
            <a:avLst/>
          </a:prstGeom>
          <a:solidFill>
            <a:srgbClr val="CE9178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Write + Barrier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payload, then barrier ensures data is visible to consumers.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Code: Node B — Pop Q1, Transform, Push Q2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384048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 B: Transformer (threads 1-15)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((gId % 32) &lt; 16)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uint cur = control.q1.count;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(cur &gt; 0)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Pop from Q1 (CAS decrement)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(atomicCompSwap(q1.count,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cur, cur - 1) == cur)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slot = atomicAdd(q1.head, 1)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% QUEUE_SIZE;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uint data = queue1.tasks[slot]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.payload[0];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memoryBarrierBuffer();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Push to Q2 (spin if full)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bool pushed = false;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while (!pushed &amp;&amp; !stopFlag)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uint q2c = control.q2.count;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(q2c &lt; QUEUE_SIZE)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if (atomicCompSwap(q2.count,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q2c, q2c+1) == q2c)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outSlot = atomicAdd(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q2.tail, 1) % QUEUE_SIZE;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queue2...payload[0]=data+1;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memoryBarrierBuffer();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pushed = true;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 }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} 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0" y="1051560"/>
            <a:ext cx="3200400" cy="137160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0" y="1051560"/>
            <a:ext cx="64008" cy="1371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0" y="1097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from Queue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CAS pattern as Node A, but in reverse: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CAS decrements count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atomicAdd advances head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Read payload + barrier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2606040"/>
            <a:ext cx="3200400" cy="11887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0" y="2606040"/>
            <a:ext cx="64008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2651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Spin-Wait on Q2 Full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926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Queue 2 is full, Node B spins in a while loop until space opens up.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back-pressure — if consumers are slow, the entire pipeline stalls.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3977640"/>
            <a:ext cx="320040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0" y="3977640"/>
            <a:ext cx="64008" cy="7315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Transform: data + 1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4251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transform for now. Will be replaced with real workloads in later phases.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3: Multi-Node Network Topology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14630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234440"/>
            <a:ext cx="1645920" cy="1005840"/>
          </a:xfrm>
          <a:prstGeom prst="rect">
            <a:avLst/>
          </a:prstGeom>
          <a:solidFill>
            <a:srgbClr val="0F3D3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61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= 777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23360" y="1234440"/>
            <a:ext cx="1645920" cy="1005840"/>
          </a:xfrm>
          <a:prstGeom prst="rect">
            <a:avLst/>
          </a:prstGeom>
          <a:solidFill>
            <a:srgbClr val="0F3D38"/>
          </a:solidFill>
          <a:ln/>
        </p:spPr>
      </p:sp>
      <p:sp>
        <p:nvSpPr>
          <p:cNvPr id="9" name="Text 7"/>
          <p:cNvSpPr/>
          <p:nvPr/>
        </p:nvSpPr>
        <p:spPr>
          <a:xfrm>
            <a:off x="4023360" y="1261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 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1-15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40880" y="1234440"/>
            <a:ext cx="1645920" cy="1005840"/>
          </a:xfrm>
          <a:prstGeom prst="rect">
            <a:avLst/>
          </a:prstGeom>
          <a:solidFill>
            <a:srgbClr val="0F3D38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1261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 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4088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16-31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totalProcessed++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1508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1 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52160" y="1508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2 →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Thread Role Assignment (local_size_x = 32)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/ WG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gId % 32 ==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A (Producer)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-&gt; Queue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&lt;= gId%32 &lt; 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B (Transformer)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Q1 -&gt; Push Q2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gId % 32 &gt;= 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C (Consumer)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Queue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4D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Buffer: QUEUE_SIZE = 512 entries x 16 bytes/task = 8 KB/queue (HOST_VISIBLE | HOST_COHERENT SSBO)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Code: Node C — Consumer &amp; Pipeline Summary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0" cy="2377440"/>
          </a:xfrm>
          <a:prstGeom prst="rect">
            <a:avLst/>
          </a:prstGeom>
          <a:solidFill>
            <a:srgbClr val="0D1B2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 C: Consumer (threads 16-31)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uint cur = control.q2.count;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(cur &gt; 0)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(atomicCompSwap(q2.count,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cur, cur - 1) == cur)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slot = atomicAdd(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q2.head, 1) % QUEUE_SIZE;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uint data = queue2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.tasks[slot].payload[0];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memoryBarrierBuffer();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atomicAdd(totalProcessed, 1);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212080" y="1005840"/>
            <a:ext cx="3657600" cy="237744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0" y="1005840"/>
            <a:ext cx="64008" cy="23774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Consumer Pattern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41732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CAS pop pattern as Node B's Q1 read: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 count (optimistic)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CAS decrement count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atomicAdd head for slot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Read data + barrier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step: atomicAdd(totalProcessed,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the host polls to track GPU progress.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412480" cy="11887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657600"/>
            <a:ext cx="64008" cy="1188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Pipeline: One Dispatch, Three Roles, Two Queues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 (1 thread)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--[CAS push Q1]--&gt;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B (15 threads)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--[CAS push Q2]--&gt;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 (16 threads)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running in a single vkCmdDispatch. No CPU round-trips. GPU-driven scheduling via CAS atomics.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Verification 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170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MSVC + Vulkan SDK 1.4.304.1 compiles clean. Runs correctly on AMD RX 7900 XTX.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786384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488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084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Flow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463040" y="23774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totalProcessed grows steadily — confirms full Node A -&gt; Node B -&gt; Node C pipeline works.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786384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632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Monitor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463040" y="32918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reads GPU queue state in real-time (Q1 count, Q2 count). HOST_COHERENT persistent mapping verified.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7764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Shutdown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463040" y="42062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Keypress triggers stopFlag=1, all GPU threads exit gracefully. No hang or device lost.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Known Issues &amp; Risks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051560"/>
            <a:ext cx="7863840" cy="6400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051560"/>
            <a:ext cx="6400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097280"/>
            <a:ext cx="3200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1732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Contention Not Measured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17320" y="1371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 queries or perf counters yet. Cannot quantify CAS failure rate or spin-wait overhead.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828800"/>
            <a:ext cx="7863840" cy="6400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1828800"/>
            <a:ext cx="6400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1874520"/>
            <a:ext cx="3200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4173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B Blocking Push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417320" y="21488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B spins when Queue 2 is full. Can cause back-pressure that stalls the entire pipeline.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06040"/>
            <a:ext cx="7863840" cy="6400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606040"/>
            <a:ext cx="6400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2651760"/>
            <a:ext cx="3200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417320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Queue Bottleneck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17320" y="29260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live in SSBO. Need to measure whether producer-consumer handoff is limited by global memory traffic and contention.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3383280"/>
            <a:ext cx="7863840" cy="6400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0080" y="3383280"/>
            <a:ext cx="6400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429000"/>
            <a:ext cx="3200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4173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Thread Roles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417320" y="37033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Producer/Transformer/Consumer ratio is fixed at 1:15:16. Not yet validated as optimal.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0080" y="4160520"/>
            <a:ext cx="64008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4"/>
          <p:cNvSpPr/>
          <p:nvPr/>
        </p:nvSpPr>
        <p:spPr>
          <a:xfrm>
            <a:off x="914400" y="4206240"/>
            <a:ext cx="3200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Error Recovery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417320" y="44805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CAS enters livelock (unlikely but possible), no timeout or fallback exists.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Week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051560"/>
            <a:ext cx="64008" cy="8229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Wrap-up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463040" y="1371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Branching logic (one task -&gt; multiple subtasks)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DAG-structured task flow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constant for thread role ratio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2011680"/>
            <a:ext cx="7863840" cy="82296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2011680"/>
            <a:ext cx="64008" cy="8229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Bottleneck Localization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463040" y="2331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LDS / local queue 驗證 producer-consumer 是否卡在 global memory traffic
比較 SSBO vs LDS queue 的 throughput / retry
產出瓶頸歸因與 optimization 方向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40080" y="2971800"/>
            <a:ext cx="7863840" cy="82296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40080" y="2971800"/>
            <a:ext cx="64008" cy="8229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1546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Setup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463040" y="32918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vkCmdWriteTimestamp / pipeline statistics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CAS failure rate (per-thread counter in shader)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baseline numbers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solidFill>
            <a:srgbClr val="1A2D4D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0080" y="3931920"/>
            <a:ext cx="64008" cy="8229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148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 Exploration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463040" y="4251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RDNA3 subgroup ops (subgroupBallot, subgroupElect)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potential to reduce atomic contention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840480" y="2651760"/>
            <a:ext cx="14630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29260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2026/04/13 — Vulkan Persistent Thread POC</dc:title>
  <dc:subject>PptxGenJS Presentation</dc:subject>
  <dc:creator>LUO-WEN-CHIEN</dc:creator>
  <cp:lastModifiedBy>LUO-WEN-CHIEN</cp:lastModifiedBy>
  <cp:revision>1</cp:revision>
  <dcterms:created xsi:type="dcterms:W3CDTF">2026-04-13T12:06:57Z</dcterms:created>
  <dcterms:modified xsi:type="dcterms:W3CDTF">2026-04-13T12:06:57Z</dcterms:modified>
</cp:coreProperties>
</file>