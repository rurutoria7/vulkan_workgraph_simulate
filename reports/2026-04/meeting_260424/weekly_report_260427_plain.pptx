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2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400" b="1">
                <a:solidFill>
                  <a:srgbClr val="202020"/>
                </a:solidFill>
                <a:latin typeface="Microsoft JhengHei UI"/>
              </a:rPr>
              <a:t>Weekly Report 260427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98755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Microsoft JhengHei"/>
              </a:rPr>
              <a:t>Vulkan WorkGraph POC / persistent-thread scheduling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07008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502920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Microsoft JhengHei UI"/>
              </a:rPr>
              <a:t>本週情況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457200" cy="36576"/>
          </a:xfrm>
          <a:prstGeom prst="rect">
            <a:avLst/>
          </a:prstGeom>
          <a:solidFill>
            <a:srgbClr val="1F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1016812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JhengHei"/>
              </a:rPr>
              <a:t>POC 已能以 persistent compute shader 模擬 NodeA -&gt; NodeB -&gt; NodeC 的 producer-consumer flow。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53093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553093"/>
            <a:ext cx="10168128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400">
                <a:solidFill>
                  <a:srgbClr val="202020"/>
                </a:solidFill>
                <a:latin typeface="Microsoft JhengHei"/>
              </a:rPr>
              <a:t>Pending Issue: </a:t>
            </a:r>
            <a:r>
              <a:rPr sz="1400" b="0">
                <a:solidFill>
                  <a:srgbClr val="202020"/>
                </a:solidFill>
                <a:latin typeface="Microsoft JhengHei"/>
              </a:rPr>
              <a:t>包含 payload passing、dispatching、queue policy、cache locality、termination detection。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56013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056013"/>
            <a:ext cx="10168128" cy="23391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Microsoft JhengHei"/>
              </a:rPr>
              <a:t>目前還不能只用 FPS 判斷瓶頸，</a:t>
            </a:r>
            <a:r>
              <a:rPr lang="zh-CN" altLang="en-US" sz="1400" b="0">
                <a:solidFill>
                  <a:srgbClr val="202020"/>
                </a:solidFill>
                <a:latin typeface="Microsoft JhengHei"/>
              </a:rPr>
              <a:t>需要</a:t>
            </a:r>
            <a:r>
              <a:rPr lang="zh-CN" altLang="en-US" sz="1400">
                <a:solidFill>
                  <a:srgbClr val="202020"/>
                </a:solidFill>
                <a:latin typeface="Microsoft JhengHei"/>
              </a:rPr>
              <a:t>進一步測量各種 </a:t>
            </a:r>
            <a:r>
              <a:rPr lang="en-US" altLang="zh-CN" sz="1400">
                <a:solidFill>
                  <a:srgbClr val="202020"/>
                </a:solidFill>
                <a:latin typeface="Microsoft JhengHei"/>
              </a:rPr>
              <a:t>metrics</a:t>
            </a:r>
            <a:endParaRPr sz="1400" b="0">
              <a:solidFill>
                <a:srgbClr val="202020"/>
              </a:solidFill>
              <a:latin typeface="Microsoft JhengHei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40080" y="6309360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19088"/>
            <a:ext cx="59436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Microsoft JhengHei"/>
              </a:rPr>
              <a:t>Vulkan WorkGraph POC weekly report | 260427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400" b="1">
                <a:solidFill>
                  <a:srgbClr val="202020"/>
                </a:solidFill>
                <a:latin typeface="Microsoft JhengHei UI"/>
              </a:rPr>
              <a:t>研究方向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9875520" cy="21082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Microsoft JhengHei"/>
              </a:rPr>
              <a:t>metrics/profiling loop 提供證據，架構改動從瓶頸推導。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07008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72768"/>
            <a:ext cx="51206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Microsoft JhengHei UI"/>
              </a:rPr>
              <a:t>A. Metrics / Profiling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457200" cy="36576"/>
          </a:xfrm>
          <a:prstGeom prst="rect">
            <a:avLst/>
          </a:prstGeom>
          <a:solidFill>
            <a:srgbClr val="1F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4681728" cy="2215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先建立 baseline，不急著混入多個 optimization。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87752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587752"/>
            <a:ext cx="468172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補 GPU timestamp、CAS success/failure、queue occupancy、spin/retry counter。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18104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3118104"/>
            <a:ext cx="4681728" cy="2215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每次只驗證一個假設：例如 batch reservation 或 local queue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72768"/>
            <a:ext cx="51206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500" b="1">
                <a:solidFill>
                  <a:srgbClr val="202020"/>
                </a:solidFill>
                <a:latin typeface="Microsoft JhengHei UI"/>
              </a:rPr>
              <a:t>B. Architecture Exploration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920240"/>
            <a:ext cx="457200" cy="36576"/>
          </a:xfrm>
          <a:prstGeom prst="rect">
            <a:avLst/>
          </a:prstGeom>
          <a:solidFill>
            <a:srgbClr val="1F6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057400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2057400"/>
            <a:ext cx="459028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若瓶頸是 atomic contention：研究 batch / hierarchical queue。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87752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2587752"/>
            <a:ext cx="459028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若瓶頸是 payload traffic：研究 locality、payload compaction、producer-consumer affinity。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18104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118104"/>
            <a:ext cx="459028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若瓶頸是 output allocation：研究 group-level allocation 與 coalesced write。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648456"/>
            <a:ext cx="164592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1">
                <a:solidFill>
                  <a:srgbClr val="1F6F68"/>
                </a:solidFill>
                <a:latin typeface="Microsoft JhengHei UI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648456"/>
            <a:ext cx="4590288" cy="221599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20" b="0">
                <a:solidFill>
                  <a:srgbClr val="202020"/>
                </a:solidFill>
                <a:latin typeface="Microsoft JhengHei"/>
              </a:rPr>
              <a:t>設計應由量測結果決定。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148072"/>
            <a:ext cx="10744200" cy="630936"/>
          </a:xfrm>
          <a:prstGeom prst="rect">
            <a:avLst/>
          </a:prstGeom>
          <a:solidFill>
            <a:srgbClr val="F4F4F4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266944"/>
            <a:ext cx="10149840" cy="403187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202020"/>
                </a:solidFill>
                <a:latin typeface="Microsoft JhengHei"/>
              </a:rPr>
              <a:t>研究定位：不</a:t>
            </a:r>
            <a:r>
              <a:rPr lang="zh-TW" altLang="en-US" sz="1250" b="0">
                <a:solidFill>
                  <a:srgbClr val="202020"/>
                </a:solidFill>
                <a:latin typeface="Microsoft JhengHei"/>
              </a:rPr>
              <a:t>只</a:t>
            </a:r>
            <a:r>
              <a:rPr sz="1250" b="0">
                <a:solidFill>
                  <a:srgbClr val="202020"/>
                </a:solidFill>
                <a:latin typeface="Microsoft JhengHei"/>
              </a:rPr>
              <a:t>是把 shader 寫快，而是 characterize software WorkGraph runtime 的成本，並說明哪些成本需要 runtime/API/hardware support。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309360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419088"/>
            <a:ext cx="59436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Microsoft JhengHei"/>
              </a:rPr>
              <a:t>Vulkan WorkGraph POC weekly report | 260427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498079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2400" b="1">
                <a:solidFill>
                  <a:srgbClr val="202020"/>
                </a:solidFill>
                <a:latin typeface="Microsoft JhengHei UI"/>
              </a:rPr>
              <a:t>下週計畫 /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987552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250" b="0">
                <a:solidFill>
                  <a:srgbClr val="606060"/>
                </a:solidFill>
                <a:latin typeface="Microsoft JhengHei"/>
              </a:rPr>
              <a:t>目標是讓下一次討論有量測表、profiler evidence，以及第一個 optimization variant。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207008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1591056"/>
            <a:ext cx="3200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1F6F68"/>
                </a:solidFill>
                <a:latin typeface="Microsoft JhengHei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1572768"/>
            <a:ext cx="21488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1">
                <a:solidFill>
                  <a:srgbClr val="202020"/>
                </a:solidFill>
                <a:latin typeface="Microsoft JhengHei UI"/>
              </a:rPr>
              <a:t>Instrumentation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72768"/>
            <a:ext cx="7315200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Microsoft JhengHei"/>
              </a:rPr>
              <a:t>加入 GPU timestamp、CAS counter、queue occupancy、spin/retry counter。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011680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2304288"/>
            <a:ext cx="3200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1F6F68"/>
                </a:solidFill>
                <a:latin typeface="Microsoft JhengHei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7315200" cy="41857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規劃各種 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testcase </a:t>
            </a:r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來建立 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baseline</a:t>
            </a:r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：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atomic contention</a:t>
            </a:r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、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queue retry</a:t>
            </a:r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、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payload traffic</a:t>
            </a:r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、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role imbalance</a:t>
            </a:r>
            <a:r>
              <a:rPr lang="zh-CN" altLang="en-US" sz="1300">
                <a:solidFill>
                  <a:srgbClr val="606060"/>
                </a:solidFill>
                <a:latin typeface="Microsoft JhengHei"/>
              </a:rPr>
              <a:t>、</a:t>
            </a:r>
            <a:r>
              <a:rPr lang="en-US" altLang="zh-CN" sz="1300">
                <a:solidFill>
                  <a:srgbClr val="606060"/>
                </a:solidFill>
                <a:latin typeface="Microsoft JhengHei"/>
              </a:rPr>
              <a:t>output allocation</a:t>
            </a:r>
            <a:endParaRPr sz="1300" b="0">
              <a:solidFill>
                <a:srgbClr val="606060"/>
              </a:solidFill>
              <a:latin typeface="Microsoft JhengHei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821165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3017520"/>
            <a:ext cx="3200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1F6F68"/>
                </a:solidFill>
                <a:latin typeface="Microsoft JhengHei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2999232"/>
            <a:ext cx="2148840" cy="2262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1">
                <a:solidFill>
                  <a:srgbClr val="202020"/>
                </a:solidFill>
                <a:latin typeface="Microsoft JhengHei UI"/>
              </a:rPr>
              <a:t>First Variant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999232"/>
            <a:ext cx="731520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300" b="0">
                <a:solidFill>
                  <a:srgbClr val="606060"/>
                </a:solidFill>
                <a:latin typeface="Microsoft JhengHei"/>
              </a:rPr>
              <a:t>e.g. </a:t>
            </a:r>
            <a:r>
              <a:rPr sz="1300" b="0">
                <a:solidFill>
                  <a:srgbClr val="606060"/>
                </a:solidFill>
                <a:latin typeface="Microsoft JhengHei"/>
              </a:rPr>
              <a:t>實作 batch reservation 或 group-level allocation，先降低 per-task atomic。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3438144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3730752"/>
            <a:ext cx="32004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/>
            <a:r>
              <a:rPr sz="1300" b="1">
                <a:solidFill>
                  <a:srgbClr val="1F6F68"/>
                </a:solidFill>
                <a:latin typeface="Microsoft JhengHei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712464"/>
            <a:ext cx="2148840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50" b="1">
                <a:solidFill>
                  <a:srgbClr val="202020"/>
                </a:solidFill>
                <a:latin typeface="Microsoft JhengHei UI"/>
              </a:rPr>
              <a:t>Decision Packet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12464"/>
            <a:ext cx="7315200" cy="218521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300" b="0">
                <a:solidFill>
                  <a:srgbClr val="606060"/>
                </a:solidFill>
                <a:latin typeface="Microsoft JhengHei"/>
              </a:rPr>
              <a:t>profiler 歸因主要瓶頸，決定下一個 </a:t>
            </a:r>
            <a:r>
              <a:rPr lang="en-US" sz="1300" b="0">
                <a:solidFill>
                  <a:srgbClr val="606060"/>
                </a:solidFill>
                <a:latin typeface="Microsoft JhengHei"/>
              </a:rPr>
              <a:t>optimization</a:t>
            </a:r>
            <a:endParaRPr sz="1300" b="0">
              <a:solidFill>
                <a:srgbClr val="606060"/>
              </a:solidFill>
              <a:latin typeface="Microsoft JhengHei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640080" y="4151376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40080" y="6309360"/>
            <a:ext cx="1083564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419088"/>
            <a:ext cx="59436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Microsoft JhengHei"/>
              </a:rPr>
              <a:t>Vulkan WorkGraph POC weekly report | 260427 | 3</a:t>
            </a:r>
          </a:p>
        </p:txBody>
      </p:sp>
      <p:sp>
        <p:nvSpPr>
          <p:cNvPr id="29" name="TextBox 5">
            <a:extLst>
              <a:ext uri="{FF2B5EF4-FFF2-40B4-BE49-F238E27FC236}">
                <a16:creationId xmlns:a16="http://schemas.microsoft.com/office/drawing/2014/main" id="{027E9C1E-E95E-4420-99AE-9C078E1C0FC8}"/>
              </a:ext>
            </a:extLst>
          </p:cNvPr>
          <p:cNvSpPr txBox="1"/>
          <p:nvPr/>
        </p:nvSpPr>
        <p:spPr>
          <a:xfrm>
            <a:off x="1348740" y="2270622"/>
            <a:ext cx="2148840" cy="226216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lang="en-US" sz="1350" b="1">
                <a:solidFill>
                  <a:srgbClr val="202020"/>
                </a:solidFill>
                <a:latin typeface="Microsoft JhengHei UI"/>
              </a:rPr>
              <a:t>Baseline Evaluation</a:t>
            </a:r>
            <a:endParaRPr sz="1350" b="1">
              <a:solidFill>
                <a:srgbClr val="202020"/>
              </a:solidFill>
              <a:latin typeface="Microsoft JhengHei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277</Words>
  <Application>Microsoft Office PowerPoint</Application>
  <PresentationFormat>寬螢幕</PresentationFormat>
  <Paragraphs>45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Microsoft JhengHei UI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羅文謙</cp:lastModifiedBy>
  <cp:revision>3</cp:revision>
  <dcterms:created xsi:type="dcterms:W3CDTF">2013-01-27T09:14:16Z</dcterms:created>
  <dcterms:modified xsi:type="dcterms:W3CDTF">2026-04-27T10:54:50Z</dcterms:modified>
  <cp:category/>
</cp:coreProperties>
</file>