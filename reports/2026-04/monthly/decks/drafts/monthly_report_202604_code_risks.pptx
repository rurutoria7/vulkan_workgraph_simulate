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18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 Persistent Thread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Network POC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LUO-WEN-CHIEN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RX 7900 XTX  |  RDNA 3  |  Vulkan 1.4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</a:t>
            </a: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D3D12 Work Graph analogue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Vulkan using persistent compute shaders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 considerations during design</a:t>
            </a:r>
          </a:p>
          <a:p>
            <a:r>
              <a:rPr lang="en-US" altLang="zh-TW" sz="13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scheduling overhead &amp; on-chip memory utilization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AMD RX 7900 XTX (RDNA 3, 96 CUs, 24GB VRAM)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Snowflake fractal generation + real-time rendering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branching workload: 1 edge → 4 sub-edges per level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828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(CPU)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057400"/>
            <a:ext cx="73152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1965960"/>
            <a:ext cx="164592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(Subdivide)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↺ feedback (depth &lt; MAX)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2057400"/>
            <a:ext cx="73152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965960"/>
            <a:ext cx="13716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 VB)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926080"/>
            <a:ext cx="1828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Buffer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(SSBO + VB)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Command Buffer Flow: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8046720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59352"/>
            <a:ext cx="7772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buildCommandBuffers() - per frame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vkCmdFillBuffer(cmd, controlBuf, ...);    // 1. GPU Reset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vkCmdFillBuffer(cmd, q1Buf/q2Buf, ...);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vkCmdPipelineBarrier(...TRANSFER → COMPUTE); // 2. Barrier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vkCmdDispatch(cmd, 96, 1, 1);             // 3. Compute (3072 threads)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vkCmdPipelineBarrier(...COMPUTE → VERTEX);// 4. Barrier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vkCmdDraw(cmd, 24576, 1, 0, 0);          // 5. Render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C78F7516-B23D-4AFE-8079-CC632C1C8753}"/>
              </a:ext>
            </a:extLst>
          </p:cNvPr>
          <p:cNvSpPr/>
          <p:nvPr/>
        </p:nvSpPr>
        <p:spPr>
          <a:xfrm>
            <a:off x="4572000" y="2926080"/>
            <a:ext cx="1554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5225FBBB-004E-4308-AF44-36D2DB19B9B5}"/>
              </a:ext>
            </a:extLst>
          </p:cNvPr>
          <p:cNvSpPr/>
          <p:nvPr/>
        </p:nvSpPr>
        <p:spPr>
          <a:xfrm>
            <a:off x="457200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Display</a:t>
            </a:r>
            <a:endParaRPr lang="en-US" sz="100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A484865C-3933-4D85-99A3-560D2CA1982E}"/>
              </a:ext>
            </a:extLst>
          </p:cNvPr>
          <p:cNvSpPr/>
          <p:nvPr/>
        </p:nvSpPr>
        <p:spPr>
          <a:xfrm>
            <a:off x="6146165" y="29787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0" i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Thread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1280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 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A +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→ 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0 seeds 3 edges, then all do Node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 1–71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→ Q1 / 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Q1, subdivide, push back Q1 or forward Q2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 72–95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→ VB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Q2, write vertices, count → stopFlag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2514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dispatch: vkCmdDispatch(96, 1, 1) = 96 WG × 32 threads = 3,072 persistent threads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Main Loop Structure: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200400"/>
            <a:ext cx="8046720" cy="176285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273552"/>
            <a:ext cx="7772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{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wgId = gl_WorkGroupID.x;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localId = gl_LocalInvocationID.x;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Node A: WG 0, Thread 0 seeds 3 edges (once)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(wgId == 0 &amp;&amp; localId == 0) {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(atomicCompSwap(control.seedDone, 0, 1) == 0)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pushQ1(edge_AB); pushQ1(edge_BC); pushQ1(edge_CA);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barrier(); memoryBarrierBuffer();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Main persistent loop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(control.stopFlag == 0) {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(wgId &lt; NODE_C_START) { /* Node B */ }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                    { /* Node C */ }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Queue Mechanism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QueueControl: head / tail / count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payload[6] (4×float + depth + ready)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Push Protocol: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CAS count (reserve slot)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atomicAdd tail (get slot index)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payload[0–4]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memoryBarrierBuffer()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atomicExchange(ready, 1)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Pop Protocol: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CAS count (claim item)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atomicAdd head (get slot)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Spin: atomicCompSwap(ready,1,0)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Read payload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pushQ1() Implementation: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1417320"/>
            <a:ext cx="4754880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1490472"/>
            <a:ext cx="44805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pushQ1(uint p0, uint p1, uint p2,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uint p3, uint p4)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(control.stopFlag == 0)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cur = control.q1.count;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 &lt; QUEUE_SIZE)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CAS: reserve a slot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(atomicCompSwap(control.q1.count,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cur, cur+1) == cur)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uint slot = atomicAdd(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control.q1.tail, 1) % QUEUE_SIZE;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Write payload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queue1.tasks[slot].payload[0] = p0;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queue1.tasks[slot].payload[1] = p1;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queue1.tasks[slot].payload[2] = p2;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queue1.tasks[slot].payload[3] = p3;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queue1.tasks[slot].payload[4] = p4;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memoryBarrierBuffer();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Signal ready (atomic!)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atomicExchange(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queue1.tasks[slot].payload[5], 1u);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Cross-Workgroup Memory Sync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coherent modifier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280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 read stale count from L0/L1 cache → no task consumption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coherent to all SSBO declarations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7830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01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data race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increments count then writes data; consumer reads uninitialized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per-slot payload[5] ready flag protocol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60320"/>
            <a:ext cx="54864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578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store cross-CU unreliable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store of ready flag not visible </a:t>
            </a: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All ready flags use atomicExchange / atomicCompSwap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Visibility: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804672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load/store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coherent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Atomic (CAS/Exch)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Snowflake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Subdivision Rule: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P1→P2 splits into 4 sub-edges:
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P1 → A → C → B → P2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A, B = 1/3, 2/3 points along P1P2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apex point, rotated +60° from A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Growth: 3 × 4^depth edges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depth=4: 768 edges (1,536 vertices)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depth=6: 12,288 edges (24,576 vertices)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B: Subdivision Core: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206240" cy="2103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444752"/>
            <a:ext cx="39319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Koch subdivision: 1 edge -&gt; 4 sub-edges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dx = (x2 - x1) / 3.0;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dy = (y2 - y1) / 3.0;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= 1/3 point, B = 2/3 point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kax = x1 + dx,   kay = y1 + dy;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kbx = x1 + 2*dx, kby = y1 + 2*dy;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 = apex (rotate +60° from A)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cos60 = 0.5;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sin60 = 0.8660254037844387;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kcx = kax + dx*cos60 - dy*sin60;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kcy = kay + dx*sin60 + dy*cos60;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Push 4 sub-edges (depth+1)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pushQ1(P1→A); pushQ1(A→C);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pushQ1(C→B);  pushQ1(B→P2);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Self-Termination: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0292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42232"/>
            <a:ext cx="4754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C: auto-shutdown when all edges processed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processed = atomicAdd(control.totalProcessed, 1) + 1;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(processed &gt;= MAX_DEPTH_EDGES)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atomicExchange(control.stopFlag, 1u);  // all threads exit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52160" y="4114800"/>
            <a:ext cx="29260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411480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4133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Config (depth=6)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4343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12,288 edges
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24,576 vertices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1148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44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Phase 1-2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threading, CAS-based queue, CPU monitoring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41148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116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39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Phase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A→B→C pipeline, feedback loop, workgroup roles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41148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060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33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Phase 4.1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834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self-termination, per-frame compute+render, windowed display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Cross-CU atomic sync validated on RDNA 3
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CPU intervention (GPU self-scheduling)
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dispatch replaces multi-pass pipeline
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Koch snowflake: deterministic output verified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Phase 4.2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38404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141732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Timestamp Queries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vkCmdWriteTimestamp for compute timing measurement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240280"/>
            <a:ext cx="38404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22402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Failure Counters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atomic contention &amp; scheduling overhead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3063240"/>
            <a:ext cx="38404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306324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LDS Queues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Intra-workgroup shared memory (10-100× latency reduction)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3886200"/>
            <a:ext cx="38404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4937760" y="38862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Optimization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ballot/shuffle for RDNA3 occupancy tuning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1F2D"/>
                </a:solidFill>
                <a:latin typeface="Calibri"/>
              </a:rPr>
              <a:t>Per-frame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878"/>
                </a:solidFill>
                <a:latin typeface="Calibri"/>
              </a:rPr>
              <a:t>Current design is reproducible and profiler-friendly, but compute and graphics are serialized.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5000"/>
            <a:ext cx="40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497D"/>
                </a:solidFill>
                <a:latin typeface="Calibri"/>
              </a:rPr>
              <a:t>workgraph_poc.cpp:267-322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50000"/>
            <a:ext cx="4050000" cy="3050000"/>
          </a:xfrm>
          <a:prstGeom prst="roundRect">
            <a:avLst/>
          </a:prstGeom>
          <a:solidFill>
            <a:srgbClr val="1A202C"/>
          </a:solidFill>
          <a:ln>
            <a:solidFill>
              <a:srgbClr val="0F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8640" y="1400000"/>
            <a:ext cx="3710000" cy="2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sz="1000" b="0">
                <a:solidFill>
                  <a:srgbClr val="E8EEF5"/>
                </a:solidFill>
                <a:latin typeface="Consolas"/>
              </a:rPr>
              <a:t>vkCmdFillBuffer(cmd, compute.controlBuf, ...);
vkCmdFillBuffer(cmd, compute.q1Buf, ...);
vkCmdFillBuffer(cmd, compute.q2Buf, ...);
vkCmdPipelineBarrier(... TRANSFER -&gt; COMPUTE ...);
vkCmdDispatch(cmd, NUM_WORKGROUPS, 1, 1);
vkCmdPipelineBarrier(... COMPUTE -&gt; VERTEX_INPUT ...);
vkCmdDraw(cmd, EXPECTED_VERTICES, 1, 0, 0);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50000"/>
            <a:ext cx="65000" cy="11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02760" y="12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7760" y="13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Calibri"/>
              </a:rPr>
              <a:t>What it does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Each frame runs reset, compute, synchronization, then render in a single ordered command-buffer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650000"/>
            <a:ext cx="65000" cy="1180000"/>
          </a:xfrm>
          <a:prstGeom prst="rect">
            <a:avLst/>
          </a:prstGeom>
          <a:solidFill>
            <a:srgbClr val="C66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2760" y="26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7760" y="27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66926"/>
                </a:solidFill>
                <a:latin typeface="Calibri"/>
              </a:rPr>
              <a:t>Risk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This is a good baseline, but it does not expose async compute / graphics overlap potential.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050000"/>
            <a:ext cx="65000" cy="1180000"/>
          </a:xfrm>
          <a:prstGeom prst="rect">
            <a:avLst/>
          </a:prstGeom>
          <a:solidFill>
            <a:srgbClr val="3D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2760" y="40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7760" y="41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7E53"/>
                </a:solidFill>
                <a:latin typeface="Calibri"/>
              </a:rPr>
              <a:t>Possible fix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Keep this baseline for correctness; later evaluate separate compute/gfx queues or finer scheduling boundaries.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87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1F2D"/>
                </a:solidFill>
                <a:latin typeface="Calibri"/>
              </a:rPr>
              <a:t>GPU-side 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878"/>
                </a:solidFill>
                <a:latin typeface="Calibri"/>
              </a:rPr>
              <a:t>The shader stops itself based on a completed-edge counter.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5000"/>
            <a:ext cx="40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497D"/>
                </a:solidFill>
                <a:latin typeface="Calibri"/>
              </a:rPr>
              <a:t>headless.comp:153-160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50000"/>
            <a:ext cx="4050000" cy="3050000"/>
          </a:xfrm>
          <a:prstGeom prst="roundRect">
            <a:avLst/>
          </a:prstGeom>
          <a:solidFill>
            <a:srgbClr val="1A202C"/>
          </a:solidFill>
          <a:ln>
            <a:solidFill>
              <a:srgbClr val="0F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8640" y="1400000"/>
            <a:ext cx="3710000" cy="2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sz="1000" b="0">
                <a:solidFill>
                  <a:srgbClr val="E8EEF5"/>
                </a:solidFill>
                <a:latin typeface="Consolas"/>
              </a:rPr>
              <a:t>uint base = atomicAdd(control.vertexCount, 2);
output_vb.vertices[base]     = vec2(x1, y1);
output_vb.vertices[base + 1] = vec2(x2, y2);
uint processed = atomicAdd(control.totalProcessed, 1) + 1;
if (processed &gt;= MAX_DEPTH_EDGES) {
    atomicExchange(control.stopFlag, 1u);
}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50000"/>
            <a:ext cx="65000" cy="11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02760" y="12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7760" y="13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Calibri"/>
              </a:rPr>
              <a:t>What it does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Node C owns completion: every written edge increments totalProcessed and may raise stopFlag.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650000"/>
            <a:ext cx="65000" cy="1180000"/>
          </a:xfrm>
          <a:prstGeom prst="rect">
            <a:avLst/>
          </a:prstGeom>
          <a:solidFill>
            <a:srgbClr val="C66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2760" y="26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7760" y="27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66926"/>
                </a:solidFill>
                <a:latin typeface="Calibri"/>
              </a:rPr>
              <a:t>Risk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The stop condition is count-only. If MAX_DEPTH_EDGES or workload shape changes incorrectly, it can stop early or spin longer than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050000"/>
            <a:ext cx="65000" cy="1180000"/>
          </a:xfrm>
          <a:prstGeom prst="rect">
            <a:avLst/>
          </a:prstGeom>
          <a:solidFill>
            <a:srgbClr val="3D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2760" y="40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7760" y="41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7E53"/>
                </a:solidFill>
                <a:latin typeface="Calibri"/>
              </a:rPr>
              <a:t>Possible fix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Add a second condition such as queue drain / in-flight accounting while preserving GPU-side termination.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87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1F2D"/>
                </a:solidFill>
                <a:latin typeface="Calibri"/>
              </a:rPr>
              <a:t>Static role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878"/>
                </a:solidFill>
                <a:latin typeface="Calibri"/>
              </a:rPr>
              <a:t>Workgroup ID decides whether a worker subdivides or writes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5000"/>
            <a:ext cx="40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497D"/>
                </a:solidFill>
                <a:latin typeface="Calibri"/>
              </a:rPr>
              <a:t>workgraph_poc.cpp:10-11, headless.comp:92-138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50000"/>
            <a:ext cx="4050000" cy="3050000"/>
          </a:xfrm>
          <a:prstGeom prst="roundRect">
            <a:avLst/>
          </a:prstGeom>
          <a:solidFill>
            <a:srgbClr val="1A202C"/>
          </a:solidFill>
          <a:ln>
            <a:solidFill>
              <a:srgbClr val="0F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8640" y="1400000"/>
            <a:ext cx="3710000" cy="2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sz="1000" b="0">
                <a:solidFill>
                  <a:srgbClr val="E8EEF5"/>
                </a:solidFill>
                <a:latin typeface="Consolas"/>
              </a:rPr>
              <a:t>#define NUM_WORKGROUPS 96
#define NODE_C_START 72
while (control.stopFlag == 0) {
    if (wgId &lt; NODE_C_START) {
        // NODE B: Subdivider
    } else {
        // NODE C: Writer
    }
}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50000"/>
            <a:ext cx="65000" cy="11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02760" y="12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7760" y="13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Calibri"/>
              </a:rPr>
              <a:t>What it does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The current split is static: 72 workgroups for Node B and 24 workgroups for Node 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650000"/>
            <a:ext cx="65000" cy="1180000"/>
          </a:xfrm>
          <a:prstGeom prst="rect">
            <a:avLst/>
          </a:prstGeom>
          <a:solidFill>
            <a:srgbClr val="C66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2760" y="26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7760" y="27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66926"/>
                </a:solidFill>
                <a:latin typeface="Calibri"/>
              </a:rPr>
              <a:t>Risk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A fixed B/C ratio can become imbalanced when queue pressure changes, increasing wait time on one side.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050000"/>
            <a:ext cx="65000" cy="1180000"/>
          </a:xfrm>
          <a:prstGeom prst="rect">
            <a:avLst/>
          </a:prstGeom>
          <a:solidFill>
            <a:srgbClr val="3D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2760" y="40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7760" y="41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7E53"/>
                </a:solidFill>
                <a:latin typeface="Calibri"/>
              </a:rPr>
              <a:t>Possible fix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Treat NODE_C_START as a tuning knob first; later consider role switching based on queue pressure.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87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1F2D"/>
                </a:solidFill>
                <a:latin typeface="Calibri"/>
              </a:rPr>
              <a:t>Fixed-size backing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878"/>
                </a:solidFill>
                <a:latin typeface="Calibri"/>
              </a:rPr>
              <a:t>Queue capacity is a correctness and progress concern, not only a memory-size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5000"/>
            <a:ext cx="40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497D"/>
                </a:solidFill>
                <a:latin typeface="Calibri"/>
              </a:rPr>
              <a:t>workgraph_poc.cpp:8, headless.comp:29-45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50000"/>
            <a:ext cx="4050000" cy="3050000"/>
          </a:xfrm>
          <a:prstGeom prst="roundRect">
            <a:avLst/>
          </a:prstGeom>
          <a:solidFill>
            <a:srgbClr val="1A202C"/>
          </a:solidFill>
          <a:ln>
            <a:solidFill>
              <a:srgbClr val="0F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8640" y="1400000"/>
            <a:ext cx="3710000" cy="2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sz="1000" b="0">
                <a:solidFill>
                  <a:srgbClr val="E8EEF5"/>
                </a:solidFill>
                <a:latin typeface="Consolas"/>
              </a:rPr>
              <a:t>#define QUEUE_SIZE 16384
bool pushQ1(...) {
    while (control.stopFlag == 0) {
        uint cur = control.q1.count;
        if (cur &lt; QUEUE_SIZE) {
            if (atomicCompSwap(control.q1.count, cur, cur + 1) == cur) {
                uint slot = atomicAdd(control.q1.tail, 1) % QUEUE_SIZE;
                ...
            }
        }
    }
}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50000"/>
            <a:ext cx="65000" cy="11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02760" y="12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7760" y="13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Calibri"/>
              </a:rPr>
              <a:t>What it does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Producer threads reserve queue slots using count CAS and tail atomic increments.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650000"/>
            <a:ext cx="65000" cy="1180000"/>
          </a:xfrm>
          <a:prstGeom prst="rect">
            <a:avLst/>
          </a:prstGeom>
          <a:solidFill>
            <a:srgbClr val="C66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2760" y="26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7760" y="27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66926"/>
                </a:solidFill>
                <a:latin typeface="Calibri"/>
              </a:rPr>
              <a:t>Risk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If the queue is full, producers keep retrying. Too small increases waiting; too large increases footprint and locality pressure.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050000"/>
            <a:ext cx="65000" cy="1180000"/>
          </a:xfrm>
          <a:prstGeom prst="rect">
            <a:avLst/>
          </a:prstGeom>
          <a:solidFill>
            <a:srgbClr val="3D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2760" y="40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7760" y="41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7E53"/>
                </a:solidFill>
                <a:latin typeface="Calibri"/>
              </a:rPr>
              <a:t>Possible fix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Define queue sizing from worst-case frontier growth plus margin; later add queue-pressure counters.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87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1F2D"/>
                </a:solidFill>
                <a:latin typeface="Calibri"/>
              </a:rPr>
              <a:t>Atomic queue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878"/>
                </a:solidFill>
                <a:latin typeface="Calibri"/>
              </a:rPr>
              <a:t>Correctness depends on a per-slot ready flag protocol.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5000"/>
            <a:ext cx="40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497D"/>
                </a:solidFill>
                <a:latin typeface="Calibri"/>
              </a:rPr>
              <a:t>headless.comp:33-41, 97-101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50000"/>
            <a:ext cx="4050000" cy="3050000"/>
          </a:xfrm>
          <a:prstGeom prst="roundRect">
            <a:avLst/>
          </a:prstGeom>
          <a:solidFill>
            <a:srgbClr val="1A202C"/>
          </a:solidFill>
          <a:ln>
            <a:solidFill>
              <a:srgbClr val="0F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8640" y="1400000"/>
            <a:ext cx="3710000" cy="2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sz="1000" b="0">
                <a:solidFill>
                  <a:srgbClr val="E8EEF5"/>
                </a:solidFill>
                <a:latin typeface="Consolas"/>
              </a:rPr>
              <a:t>// Producer
atomicCompSwap(control.q1.count, cur, cur + 1);
uint slot = atomicAdd(control.q1.tail, 1) % QUEUE_SIZE;
queue1.tasks[slot].payload[0] = p0;
...
memoryBarrierBuffer();
atomicExchange(queue1.tasks[slot].payload[5], 1u);
// Consumer
while (atomicCompSwap(queue1.tasks[slot].payload[5], 1u, 0u) != 1u) { ... }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50000"/>
            <a:ext cx="65000" cy="11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02760" y="12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7760" y="13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Calibri"/>
              </a:rPr>
              <a:t>What it does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The payload is written first; only then does the producer publish the slot with payload[5].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650000"/>
            <a:ext cx="65000" cy="1180000"/>
          </a:xfrm>
          <a:prstGeom prst="rect">
            <a:avLst/>
          </a:prstGeom>
          <a:solidFill>
            <a:srgbClr val="C66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2760" y="26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7760" y="27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66926"/>
                </a:solidFill>
                <a:latin typeface="Calibri"/>
              </a:rPr>
              <a:t>Risk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This protects cross-CU visibility, but global counters and ready flags can become contention hotspots.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050000"/>
            <a:ext cx="65000" cy="1180000"/>
          </a:xfrm>
          <a:prstGeom prst="rect">
            <a:avLst/>
          </a:prstGeom>
          <a:solidFill>
            <a:srgbClr val="3D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2760" y="40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7760" y="41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7E53"/>
                </a:solidFill>
                <a:latin typeface="Calibri"/>
              </a:rPr>
              <a:t>Possible fix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Reduce global atomic pressure with batching, per-workgroup staging, or LDS/local queues.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87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1F2D"/>
                </a:solidFill>
                <a:latin typeface="Calibri"/>
              </a:rPr>
              <a:t>Spin wait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878"/>
                </a:solidFill>
                <a:latin typeface="Calibri"/>
              </a:rPr>
              <a:t>The risk is identified, but spin-cost measurement is not part of this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5000"/>
            <a:ext cx="40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497D"/>
                </a:solidFill>
                <a:latin typeface="Calibri"/>
              </a:rPr>
              <a:t>headless.comp:99-101, 143-145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50000"/>
            <a:ext cx="4050000" cy="3050000"/>
          </a:xfrm>
          <a:prstGeom prst="roundRect">
            <a:avLst/>
          </a:prstGeom>
          <a:solidFill>
            <a:srgbClr val="1A202C"/>
          </a:solidFill>
          <a:ln>
            <a:solidFill>
              <a:srgbClr val="0F1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8640" y="1400000"/>
            <a:ext cx="3710000" cy="2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sz="1000" b="0">
                <a:solidFill>
                  <a:srgbClr val="E8EEF5"/>
                </a:solidFill>
                <a:latin typeface="Consolas"/>
              </a:rPr>
              <a:t>// Q1 consumer waits for producer publish
while (atomicCompSwap(queue1.tasks[slot].payload[5], 1u, 0u) != 1u) {
    if (control.stopFlag != 0u) return;
}
// Q2 uses the same ready-flag spin protocol
while (atomicCompSwap(queue2.tasks[slot].payload[5], 1u, 0u) != 1u) {
    if (control.stopFlag != 0u) return;
}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50000"/>
            <a:ext cx="65000" cy="11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02760" y="12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7760" y="13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Calibri"/>
              </a:rPr>
              <a:t>What it does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Consumers may busy-spin until the reserved queue slot becomes visible and ready.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650000"/>
            <a:ext cx="65000" cy="1180000"/>
          </a:xfrm>
          <a:prstGeom prst="rect">
            <a:avLst/>
          </a:prstGeom>
          <a:solidFill>
            <a:srgbClr val="C66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2760" y="26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7760" y="27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66926"/>
                </a:solidFill>
                <a:latin typeface="Calibri"/>
              </a:rPr>
              <a:t>Risk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Under producer-consumer imbalance, retries can grow and reduce effective throughput before arithmetic becomes the bottleneck.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050000"/>
            <a:ext cx="65000" cy="1180000"/>
          </a:xfrm>
          <a:prstGeom prst="rect">
            <a:avLst/>
          </a:prstGeom>
          <a:solidFill>
            <a:srgbClr val="3D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2760" y="4050000"/>
            <a:ext cx="3585000" cy="118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7760" y="4165000"/>
            <a:ext cx="323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7E53"/>
                </a:solidFill>
                <a:latin typeface="Calibri"/>
              </a:rPr>
              <a:t>Possible fix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61F2D"/>
                </a:solidFill>
                <a:latin typeface="Calibri"/>
              </a:rPr>
              <a:t>Do not claim measured cost yet. Later evaluate backoff, role switching, and shorter handoff windows.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87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1350</Words>
  <Application>Microsoft Office PowerPoint</Application>
  <PresentationFormat>如螢幕大小 (16:9)</PresentationFormat>
  <Paragraphs>226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Vulkan Persistent Thread Producer-Consumer Network POC - Monthly Report 2026/04</dc:title>
  <dc:subject>PptxGenJS Presentation</dc:subject>
  <dc:creator>LUO-WEN-CHIEN</dc:creator>
  <cp:lastModifiedBy>羅文謙</cp:lastModifiedBy>
  <cp:revision>2</cp:revision>
  <dcterms:created xsi:type="dcterms:W3CDTF">2026-04-23T10:56:43Z</dcterms:created>
  <dcterms:modified xsi:type="dcterms:W3CDTF">2026-04-23T12:59:51Z</dcterms:modified>
</cp:coreProperties>
</file>