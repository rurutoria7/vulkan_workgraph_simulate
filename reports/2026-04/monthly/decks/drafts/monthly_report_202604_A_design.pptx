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3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18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Vulkan Persistent Thread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Producer-Consumer Network POC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Progress Report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LUO-WEN-CHIEN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RX 7900 XTX  |  RDNA 3  |  Vulkan 1.4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Goal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</a:t>
            </a: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D3D12 Work Graph analogue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Vulkan using persistent compute shaders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804672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7744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key considerations during design</a:t>
            </a:r>
          </a:p>
          <a:p>
            <a:r>
              <a:rPr lang="en-US" altLang="zh-TW" sz="13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scheduling overhead &amp; on-chip memory utilization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AMD RX 7900 XTX (RDNA 3, 96 CUs, 24GB VRAM)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56616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 Snowflake fractal generation + real-time rendering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branching workload: 1 edge → 4 sub-edges per level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18288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(CPU)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37160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2057400"/>
            <a:ext cx="73152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2057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1965960"/>
            <a:ext cx="164592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(Subdivide)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↺ feedback (depth &lt; MAX)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94960" y="2057400"/>
            <a:ext cx="73152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2057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1965960"/>
            <a:ext cx="137160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(Write VB)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2606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2926080"/>
            <a:ext cx="18288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Buffer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(SSBO + VB)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Command Buffer Flow: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886200"/>
            <a:ext cx="8046720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959352"/>
            <a:ext cx="7772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buildCommandBuffers() - per frame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vkCmdFillBuffer(cmd, controlBuf, ...);    // 1. GPU Reset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vkCmdFillBuffer(cmd, q1Buf/q2Buf, ...);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vkCmdPipelineBarrier(...TRANSFER → COMPUTE); // 2. Barrier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vkCmdDispatch(cmd, 96, 1, 1);             // 3. Compute (3072 threads)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vkCmdPipelineBarrier(...COMPUTE → VERTEX);// 4. Barrier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vkCmdDraw(cmd, 24576, 1, 0, 0);          // 5. Render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C78F7516-B23D-4AFE-8079-CC632C1C8753}"/>
              </a:ext>
            </a:extLst>
          </p:cNvPr>
          <p:cNvSpPr/>
          <p:nvPr/>
        </p:nvSpPr>
        <p:spPr>
          <a:xfrm>
            <a:off x="4572000" y="2926080"/>
            <a:ext cx="15544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5225FBBB-004E-4308-AF44-36D2DB19B9B5}"/>
              </a:ext>
            </a:extLst>
          </p:cNvPr>
          <p:cNvSpPr/>
          <p:nvPr/>
        </p:nvSpPr>
        <p:spPr>
          <a:xfrm>
            <a:off x="4572000" y="2926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Pipeline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Display</a:t>
            </a:r>
            <a:endParaRPr lang="en-US" sz="100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A484865C-3933-4D85-99A3-560D2CA1982E}"/>
              </a:ext>
            </a:extLst>
          </p:cNvPr>
          <p:cNvSpPr/>
          <p:nvPr/>
        </p:nvSpPr>
        <p:spPr>
          <a:xfrm>
            <a:off x="6146165" y="297878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0" i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◀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Thread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12801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5C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WG 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A +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→ 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 0 seeds 3 edges, then all do Node 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WG 1–71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→ Q1 / 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Q1, subdivide, push back Q1 or forward Q2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WG 72–95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→ VB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Q2, write vertices, count → stopFlag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2514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dispatch: vkCmdDispatch(96, 1, 1) = 96 WG × 32 threads = 3,072 persistent threads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 Main Loop Structure: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200400"/>
            <a:ext cx="8046720" cy="176285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273552"/>
            <a:ext cx="77724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main() {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 wgId = gl_WorkGroupID.x;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 localId = gl_LocalInvocationID.x;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Node A: WG 0, Thread 0 seeds 3 edges (once)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(wgId == 0 &amp;&amp; localId == 0) {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(atomicCompSwap(control.seedDone, 0, 1) == 0)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pushQ1(edge_AB); pushQ1(edge_BC); pushQ1(edge_CA);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barrier(); memoryBarrierBuffer();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Main persistent loop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(control.stopFlag == 0) {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(wgId &lt; NODE_C_START) { /* Node B */ }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                    { /* Node C */ }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Queue Mechanism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Buffer Structure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QueueControl: head / tail / count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payload[6] (4×float + depth + ready)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Push Protocol: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CAS count (reserve slot)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atomicAdd tail (get slot index)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Write payload[0–4]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memoryBarrierBuffer()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atomicExchange(ready, 1)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Pop Protocol: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CAS count (claim item)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atomicAdd head (get slot)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Spin: atomicCompSwap(ready,1,0)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Read payload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2336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pushQ1() Implementation: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0" y="1417320"/>
            <a:ext cx="4754880" cy="3657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160520" y="1490472"/>
            <a:ext cx="448056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pushQ1(uint p0, uint p1, uint p2,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uint p3, uint p4) {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(control.stopFlag == 0) {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 cur = control.q1.count;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(cur &lt; QUEUE_SIZE) {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CAS: reserve a slot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(atomicCompSwap(control.q1.count,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cur, cur+1) == cur) {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uint slot = atomicAdd(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control.q1.tail, 1) % QUEUE_SIZE;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Write payload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queue1.tasks[slot].payload[0] = p0;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queue1.tasks[slot].payload[1] = p1;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queue1.tasks[slot].payload[2] = p2;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queue1.tasks[slot].payload[3] = p3;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queue1.tasks[slot].payload[4] = p4;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memoryBarrierBuffer();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Signal ready (atomic!)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atomicExchange(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queue1.tasks[slot].payload[5], 1u);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false;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Cross-Workgroup Memory Sync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coherent modifier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280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 read stale count from L0/L1 cache → no task consumption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0" y="1143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Added coherent to all SSBO declarations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80467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78308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8013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1801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Producer-consumer data race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057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increments count then writes data; consumer reads uninitialized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Added per-slot payload[5] ready flag protocol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560320"/>
            <a:ext cx="80467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60320"/>
            <a:ext cx="54864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5786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store cross-CU unreliable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store of ready flag not visible </a:t>
            </a: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CUs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All ready flags use atomicExchange / atomicCompSwap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Visibility: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8046720" cy="1097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WF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load/store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coherent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Atomic (CAS/Exch)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 Snowflake Algorithm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Subdivision Rule: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edge P1→P2 splits into 4 sub-edges:
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P1 → A → C → B → P2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A, B = 1/3, 2/3 points along P1P2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apex point, rotated +60° from A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Growth: 3 × 4^depth edges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depth=4: 768 edges (1,536 vertices)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depth=6: 12,288 edges (24,576 vertices)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B: Subdivision Core: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4206240" cy="2103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1444752"/>
            <a:ext cx="39319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Koch subdivision: 1 edge -&gt; 4 sub-edges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dx = (x2 - x1) / 3.0;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dy = (y2 - y1) / 3.0;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= 1/3 point, B = 2/3 point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kax = x1 + dx,   kay = y1 + dy;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kbx = x1 + 2*dx, kby = y1 + 2*dy;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 = apex (rotate +60° from A)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cos60 = 0.5;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sin60 = 0.8660254037844387;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kcx = kax + dx*cos60 - dy*sin60;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kcy = kay + dx*sin60 + dy*cos60;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Push 4 sub-edges (depth+1)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pushQ1(P1→A); pushQ1(A→C);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pushQ1(C→B);  pushQ1(B→P2);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Self-Termination: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0292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142232"/>
            <a:ext cx="4754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Node C: auto-shutdown when all edges processed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 processed = atomicAdd(control.totalProcessed, 1) + 1;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(processed &gt;= MAX_DEPTH_EDGES) {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atomicExchange(control.stopFlag, 1u);  // all threads exit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52160" y="4114800"/>
            <a:ext cx="292608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2160" y="411480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4133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Config (depth=6)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4343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12,288 edges
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24,576 vertices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1148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44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Phase 1-2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threading, CAS-based queue, CPU monitoring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41148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01168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39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Phase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240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A→B→C pipeline, feedback loop, workgroup roles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41148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60604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633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Phase 4.1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834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self-termination, per-frame compute+render, windowed display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Cross-CU atomic sync validated on RDNA 3
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CPU intervention (GPU self-scheduling)
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dispatch replaces multi-pass pipeline
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Koch snowflake: deterministic output verified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Phase 4.2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417320"/>
            <a:ext cx="38404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0" y="141732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Timestamp Queries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vkCmdWriteTimestamp for compute timing measurement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2240280"/>
            <a:ext cx="38404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224028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Failure Counters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atomic contention &amp; scheduling overhead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3063240"/>
            <a:ext cx="38404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4937760" y="306324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LDS Queues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Intra-workgroup shared memory (10-100× latency reduction)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37760" y="3886200"/>
            <a:ext cx="38404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4937760" y="388620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Optimization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6636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ballot/shuffle for RDNA3 occupancy tuning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A Design Consideration: Pipeline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Per-frame flow is fixed as GPU reset -&gt; compute dispatch -&gt; barrier -&gt; render in one command buffer, with deterministic draw count.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This structure is excellent for bring-up and reproducibility, but it is not yet a performance-optimized scheduling design.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Keep this as a correctness baseline; evaluate compute/graphics queue overlap and finer synchronization in a later optimization phase.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A1 Termination Mechanism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Node C increments totalProcessed and sets stopFlag when processed &gt;= MAX_DEPTH_EDGES; termination is fully GPU-side.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Termination condition is count-driven. If parameters drift or workload changes, there is risk of early-stop or late-stop behavior.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Move toward dual-condition termination (processed target + queue drain) while keeping no CPU polling in the hot path.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A2 Role Mapping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Roles are statically partitioned by workgroup ID: Node B for lower IDs and Node C for higher IDs (current split: 72/24 out of 96 WGs).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Fixed ratio may become imbalanced under different queue pressure patterns, causing waiting and unstable throughput.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Treat NODE_C_START as a tuning parameter and later evaluate adaptive B/C ratio driven by runtime queue behavior.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A3 Backing Memory and Queue Sizing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Two fixed-size ring buffers (QUEUE_SIZE = 16384) are reset every frame and used for cross-workgroup producer-consumer handoff.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If queue capacity is too small, contention and long waits increase; if too large, memory footprint and locality pressure increase.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Define a sizing rule from worst-case frontier growth plus margin, then validate with queue pressure instrumentation in a later step.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A4 Memory Model and Atomic Cost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Cross-workgroup shared states use atomic/CAS protocol (count/head/tail, ready flag, vertexCount, totalProcessed) with buffer barriers.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Correctness is protected, but global atomic hotspots can dominate scaling as concurrent workers contend on a small set of counters.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Explore hierarchical or batched enqueue/dequeue patterns to reduce global contention after baseline behavior is fully characterized.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A5 Spin Wait Risk (Identified, Not Measured Yet)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Current queue push/pop and ready-flag handoff rely on busy-spin retries with atomic CAS; this is part of the correctness-first design.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Under producer-consumer imbalance, spin retries can grow and compress effective throughput; scalability may degrade before arithmetic saturation.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54864" cy="10058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Calibri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For this report, we only flag the risk. Spin-cost quantification is intentionally out of scope and will be measured in a later phase.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1350</Words>
  <Application>Microsoft Office PowerPoint</Application>
  <PresentationFormat>如螢幕大小 (16:9)</PresentationFormat>
  <Paragraphs>226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Vulkan Persistent Thread Producer-Consumer Network POC - Monthly Report 2026/04</dc:title>
  <dc:subject>PptxGenJS Presentation</dc:subject>
  <dc:creator>LUO-WEN-CHIEN</dc:creator>
  <cp:lastModifiedBy>羅文謙</cp:lastModifiedBy>
  <cp:revision>2</cp:revision>
  <dcterms:created xsi:type="dcterms:W3CDTF">2026-04-23T10:56:43Z</dcterms:created>
  <dcterms:modified xsi:type="dcterms:W3CDTF">2026-04-23T12:59:51Z</dcterms:modified>
</cp:coreProperties>
</file>