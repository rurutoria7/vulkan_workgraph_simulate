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834640" cy="2103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000" b="1">
                <a:solidFill>
                  <a:srgbClr val="1F77B4"/>
                </a:solidFill>
                <a:latin typeface="Arial"/>
              </a:defRPr>
            </a:pPr>
            <a:r>
              <a:t>MONTHLY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8503920" cy="9875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"/>
              </a:defRPr>
            </a:pPr>
            <a:r>
              <a:t>Vulkan Persistent Thread</a:t>
            </a:r>
            <a:br/>
            <a:r>
              <a:t>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96696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/>
              </a:defRPr>
            </a:pPr>
            <a:r>
              <a:t>May 2026 evaluation: queue atomics set the bottleneck, and sharding removes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224028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30.75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Starting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971800"/>
            <a:ext cx="224028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Final repeat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main defaults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971800"/>
            <a:ext cx="224028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31.0x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same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9921240" cy="65836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Adopt Q1/Q2 sharding and lane-based Q1 pop. Keep request batching out of the main path because the default 256-shard suite regresses.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2926080" cy="1828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rial"/>
              </a:defRPr>
            </a:pPr>
            <a:r>
              <a:t>AMD RX 7900 XTX / RDNA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Queue atomics explain the measured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1143000" cy="25603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D97000"/>
                </a:solidFill>
                <a:latin typeface="Arial"/>
              </a:defRPr>
            </a:pPr>
            <a: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Clean median falls when a change reduces shared Q1/Q2 queue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7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17904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Arial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Timestamp-only runs carry duration. Counter runs explain CAS, backlog, and ready-spin.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517904"/>
            <a:ext cx="11430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Q1 shards, Q2 shards, and lane-based Q1 pop reach about 0.99 ms median.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1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1" y="1517904"/>
            <a:ext cx="114300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1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Arial"/>
              </a:defRPr>
            </a:pPr>
            <a:r>
              <a:t>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Q2 request batching pushes the default 256-shard suite into the 11 ms band.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698480" cy="5303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The adopted path moves 30.75 ms to 0.99 ms without using shader counters in the timing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Only Q1/Q2 handoff points are shared global queue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123444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108813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40280"/>
            <a:ext cx="108813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Seed edges once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Subdivide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Node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Write vertices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VB 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Deterministic draw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903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7784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9807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9436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D97000"/>
                </a:solidFill>
                <a:latin typeface="Arial"/>
              </a:defRPr>
            </a:pPr>
            <a:r>
              <a:t>Shared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Q1/Q2 count, head, tail, and ready flags synchronize cross-workgroup handoff.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Many lanes and workgroups touch the same fields before sharding.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F77B4"/>
                </a:solidFill>
                <a:latin typeface="Arial"/>
              </a:defRPr>
            </a:pPr>
            <a:r>
              <a:t>Test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Candidate changes must reduce clean duration, queue contention, or both.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- Reject cost shifts into polling or ready-spin.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Clean timing plus counters define the adoption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1143000" cy="25603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PRIOR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Before May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The POC produced correct deterministic output.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Persistent workers exchanged work through global atomic queues.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Duration runs still carried diagnostic counters.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1572768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Arial"/>
              </a:defRPr>
            </a:pPr>
            <a: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Clean timestamp runs set the performance number.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Counter-enabled runs diagnose CAS retries, backlog, and polling.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Arial"/>
              </a:defRPr>
            </a:pPr>
            <a:r>
              <a:t>- Adopt clean-timing improvements.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 conclusion rests on a narrow rule: duration proves impact; counters explain the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Timing and counters answer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32588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3291840"/>
                <a:gridCol w="3611880"/>
              </a:tblGrid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 type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Primary readout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What it supports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timestamp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Performance claim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Median compute_ms after warmup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Duration, speedup, adoption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Counter-enabled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Mechanism check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ratio, backlog, ready-spin,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contention diagnosis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RGP occupancy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Context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Wavefront view and event timing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Profiler boundary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72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3291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Adopt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Clean runs decide if a change stays.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886200"/>
            <a:ext cx="3291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Counters identify the queue failure mode.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886200"/>
            <a:ext cx="329184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RGP views set scope; timing carries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Separating run types keeps counter instrumentation out of the performance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Each atomic metric maps to a queue failure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1018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023360"/>
                <a:gridCol w="4754880"/>
              </a:tblGrid>
              <a:tr h="54864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 fail per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Lanes or workgroups retry the same queue state.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contention; sharding should reduce the retry rate.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Attempts vs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The control path burns operations without throughput.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Detects wasted polling.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Queue high-water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Backlog exposes producer/consumer imbalance.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Guides B/C balance and Q2 pressure checks.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Ready-spin /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Consumers claim or probe before useful work is ready.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Explains request batching regressions.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 vs counter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The run type separates duration from diagnosis.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Keeps cause analysis out of headline timing.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A change earns confidence when clean duration improves and the relevant counter pressure moves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Queue-locality changes drove a 31.0x median speedup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pic>
        <p:nvPicPr>
          <p:cNvPr id="9" name="Picture 8" descr="timeline_median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715000" cy="194463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20840" y="1216152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216152"/>
            <a:ext cx="2148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380744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Arial"/>
              </a:defRPr>
            </a:pPr>
            <a:r>
              <a:t>30.75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79" y="1819656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Starting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2112264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timestamp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16152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216152"/>
            <a:ext cx="21488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380744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0.99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19656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Final 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12264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main defaults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2578608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992" y="2578608"/>
            <a:ext cx="2148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2743200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31.0x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182112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speedup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3474720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same workload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D97000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30.7499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3288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3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1F77B4"/>
                </a:solidFill>
                <a:latin typeface="Arial"/>
              </a:defRPr>
            </a:pPr>
            <a:r>
              <a:t>B/C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27.8938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740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Arial"/>
              </a:defRPr>
            </a:pPr>
            <a:r>
              <a:t>Q1 sharding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13.7416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192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7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Arial"/>
              </a:defRPr>
            </a:pPr>
            <a:r>
              <a:t>Q2 sharding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5.5708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3.8509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3096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Arial"/>
              </a:defRPr>
            </a:pPr>
            <a:r>
              <a:t>High shard scaling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Arial"/>
              </a:defRPr>
            </a:pPr>
            <a:r>
              <a:t>0.9868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3212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2E7D32"/>
                </a:solidFill>
                <a:latin typeface="Arial"/>
              </a:defRPr>
            </a:pPr>
            <a:r>
              <a:t>Every large drop follows a queue split or scan-diversification step; request batching stays outside the adopted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C/B tuning reduces backlog; sharding remains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3749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1325880"/>
              </a:tblGrid>
              <a:tr h="373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24/72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30.3533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32/64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28.5262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28.4431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27.9742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48/48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28.5412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28.5873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64/32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30.2860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30.2509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74920" y="1325880"/>
            <a:ext cx="6172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554480"/>
            <a:ext cx="9144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READOUT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544068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Writer balance is a setup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5440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C=40/B=56 lowers Q2 high-water from about 50k to about 9k.</a:t>
            </a:r>
          </a:p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Arial"/>
              </a:defRPr>
            </a:pPr>
            <a:r>
              <a:t>- Median improves by 2.86 ms, but the queue remains a shared atomic hotspot.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160520"/>
            <a:ext cx="23317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50k -&gt; 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high-water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counter-enabled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160520"/>
            <a:ext cx="23317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30.75 -&gt; 27.89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clean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315968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Set C=40/B=56 before testing structural queue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Q1 sharding cuts median to 13.74 ms and exposes Q2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572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234440"/>
                <a:gridCol w="123444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23.3164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23.2366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17.9518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17.9043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36/60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13.9788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13.9523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38/58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13.7046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14.1297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14.084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0" y="1417320"/>
            <a:ext cx="17373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527048"/>
            <a:ext cx="15910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182880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Single Q1 queue</a:t>
            </a:r>
            <a:br/>
            <a:r>
              <a:t>hot count/head/tail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1847088"/>
            <a:ext cx="64008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41080" y="1417320"/>
            <a:ext cx="21945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527048"/>
            <a:ext cx="204825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828800"/>
            <a:ext cx="2048255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Q1 split across shards</a:t>
            </a:r>
            <a:br/>
            <a:r>
              <a:t>same queue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743200"/>
            <a:ext cx="502920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Q1 sharding turns one global atomic queue into 16 smaller queues.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After Q1 pressure drops, Q2 count/head/tail becomes the next bottleneck target.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13.74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98848"/>
            <a:ext cx="71323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result stacks with B/C tuning, so the gain tracks queue contention instead of an unrelated shader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Q2 sharding removes the second global queue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1143000"/>
                <a:gridCol w="105156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Q2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16.9962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16.9529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1.655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8.3799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8.3824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6.8738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6.8656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6.0924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6.0839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0" y="1234440"/>
            <a:ext cx="56692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1490472"/>
            <a:ext cx="9144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1790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01952"/>
            <a:ext cx="50292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rial"/>
              </a:defRPr>
            </a:pPr>
            <a:r>
              <a:t>Shard Q2 before batching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377440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Q2 median improves from 1 to 16 shards.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Arial"/>
              </a:defRPr>
            </a:pPr>
            <a:r>
              <a:t>- After B/C rebalance, Q1s16/Q2s16 reaches about 5.57 ms median.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5.57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Q1s16/Q2s16 median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4343400"/>
            <a:ext cx="242316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2.79x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vs Q2s1 in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46634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same pattern repeats: split the shared queue state, then retune worker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Lane-pop removes same-shard starts inside a workgroup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822960"/>
                <a:gridCol w="777240"/>
              </a:tblGrid>
              <a:tr h="53721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off,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lane-pop on,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3.7292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234440"/>
            <a:ext cx="4709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508760"/>
            <a:ext cx="416052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Scan-start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06908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200" b="1">
                <a:solidFill>
                  <a:srgbClr val="D97000"/>
                </a:solidFill>
                <a:latin typeface="Arial"/>
              </a:defRPr>
            </a:pPr>
            <a:r>
              <a:t>Old: wgId % Q1_QUEUE_SHARDS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95728"/>
            <a:ext cx="406908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Arial"/>
              </a:defRPr>
            </a:pPr>
            <a:r>
              <a:t>New: (wgId * local_size_x + localId) % Q1_QUEUE_SHARDS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42416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Lane-pop keeps the queue protocol intact. It changes where each lane begins scanning, so the improvement isolates shard-selection pressure.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256/256 is the measured knee of the shard-count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pic>
        <p:nvPicPr>
          <p:cNvPr id="9" name="Picture 8" descr="high_shard_scaling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21663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234440"/>
          <a:ext cx="3611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80160"/>
                <a:gridCol w="128016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Q1/Q2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3.8998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2.4002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2.4205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1.5427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1.1545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1.0808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1.0969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1.0478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1.0688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1.1178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1.1342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68680" y="489204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8920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056631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 /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955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Adopted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7223760" cy="6858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256-shard point has the best median in the sweep; 384 and 512 add probe/index cost without improving the tail.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Request batching targets dequeue CAS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Per-item dequeue CAS</a:t>
            </a:r>
            <a:br/>
            <a:r>
              <a:t>creates heavy retry traffic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9476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One subgroup claim</a:t>
            </a:r>
            <a:br/>
            <a:r>
              <a:t>reserves multiple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0372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Fewer CAS attempts</a:t>
            </a:r>
            <a:br/>
            <a:r>
              <a:t>per consumed item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012680" y="1417320"/>
            <a:ext cx="150876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152704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1828800"/>
            <a:ext cx="1362456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More ready-spin</a:t>
            </a:r>
            <a:br/>
            <a:r>
              <a:t>or empty slots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10698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20440"/>
            <a:ext cx="100584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Arial"/>
              </a:defRPr>
            </a:pPr>
            <a:r>
              <a:t>Adoption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50208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A batch claim must lower clean median and P90 in the default 256-shard suite without moving cost into ready-spin or empty-slot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Default 256-shard batching regresses, so it stays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430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265176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307592"/>
            <a:ext cx="25054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Arial"/>
              </a:defRPr>
            </a:pPr>
            <a:r>
              <a:t>1.9432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46504"/>
            <a:ext cx="24688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Default off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246887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suite-local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1430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1143000"/>
            <a:ext cx="265176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307592"/>
            <a:ext cx="25054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11 ms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746504"/>
            <a:ext cx="24688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Default batching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039112"/>
            <a:ext cx="246887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Arial"/>
              </a:defRPr>
            </a:pPr>
            <a:r>
              <a:t>L8/L16/L32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207008"/>
            <a:ext cx="4297680" cy="8686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Arial"/>
              </a:defRPr>
            </a:pPr>
            <a:r>
              <a:t>Stress cases can improve, but the default path moves from 1.94 ms off-baseline into the 11 ms band.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788920"/>
          <a:ext cx="5257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1371600"/>
                <a:gridCol w="1371600"/>
              </a:tblGrid>
              <a:tr h="280035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Default 256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1.9432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1.9691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11.7109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11.7553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11.4284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11.4658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11.2778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11.3034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55080" y="278892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Stress 16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4.2442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4.9059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4.6734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4.1737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5.1022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4.2623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5.3898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5.2635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9808" y="539496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C62828"/>
                </a:solidFill>
                <a:latin typeface="Arial"/>
              </a:defRPr>
            </a:pPr>
            <a:r>
              <a:t>Decision: reject batching for the current main protocol; revisit it only after the queue protocol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The main path encodes the proven queue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shards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shards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24 / 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C/B workers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297180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34290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MAX_QUEUE_SHARDS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Q1_QUEUE_SHARDS_DEFAULT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ENABLE_Q1_LANE_POP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default 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NODE_C_START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72, so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0" y="315468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Arial"/>
              </a:defRPr>
            </a:pPr>
            <a:r>
              <a:t>The defaults preserve the measured mechanisms: split both queues, diversify Q1 scan starts, and keep the B/C mix from the best clean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Four clean repeats keep median and P90 near 1 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234440"/>
          <a:ext cx="97840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Run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P10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0.9593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 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0.9903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0.9615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6868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60520"/>
            <a:ext cx="25603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~0.99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Median band across repeats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4160520"/>
            <a:ext cx="25603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~1.00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P90 band across repeats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42062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The confirmation set keeps median within a 0.0014 ms band and P90 near 1.00 ms across four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Next experiment: reduce global spill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27889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Arial"/>
              </a:defRPr>
            </a:pPr>
            <a:r>
              <a:t>Proven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Shared queue atomics drove the measured bottleneck.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325880"/>
            <a:ext cx="27889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Arial"/>
              </a:defRPr>
            </a:pPr>
            <a:r>
              <a:t>Kept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Q1/Q2 sharding plus Q1 lane-pop stays in main.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1325880"/>
            <a:ext cx="278892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975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Arial"/>
              </a:defRPr>
            </a:pPr>
            <a:r>
              <a:t>Dropped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Arial"/>
              </a:defRPr>
            </a:pPr>
            <a:r>
              <a:t>Q2 request batching fails the default-suite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337560"/>
            <a:ext cx="10149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11111"/>
                </a:solidFill>
                <a:latin typeface="Arial"/>
              </a:defRPr>
            </a:pPr>
            <a:r>
              <a:t>The current architecture reaches about 0.99 ms median. The next useful experiment should reduce trips to global queues before revisiting batch claims.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Wave-local retention should measure global spill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Arial"/>
              </a:defRPr>
            </a:pPr>
            <a:r>
              <a:t>Current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sharded queues</a:t>
            </a:r>
            <a:br/>
            <a:r>
              <a:t>Q1/Q2 = 256/256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011680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Wave-local retention</a:t>
            </a:r>
            <a:br/>
            <a:r>
              <a:t>spill fallback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011680"/>
            <a:ext cx="731521" cy="0"/>
          </a:xfrm>
          <a:prstGeom prst="line">
            <a:avLst/>
          </a:prstGeom>
          <a:ln w="2032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6676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Arial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Arial"/>
              </a:defRPr>
            </a:pPr>
            <a:r>
              <a:t>global atomic count</a:t>
            </a:r>
            <a:br/>
            <a:r>
              <a:t>spill ratio</a:t>
            </a:r>
            <a:br/>
            <a:r>
              <a:t>P90/tail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Use the 256-shard main path as the baseline.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Measure global atomic count, wave-local handoff count, spill ratio, and clean duration.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Bring request batching back after a queue-protocol change.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- Keep timing and atomic-counter diagnosis split in the next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code surfaces behind each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SHARD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Adopted: shard selection plus ready 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shard = mixHash(h) % Q1_QUEUE_SHARDS;</a:t>
            </a:r>
            <a:br/>
            <a:r>
              <a:t>if (atomicCompSwap(control.q1[shard].count, cur, cur + 1u) == cur) {</a:t>
            </a:r>
            <a:br/>
            <a:r>
              <a:t>    uint localSlot = atomicAdd(control.q1[shard].tail, 1u) % capacity;</a:t>
            </a:r>
            <a:br/>
            <a:r>
              <a:t>    atomicExchange(queue1.tasks[slot].payload[5], 1u);</a:t>
            </a:r>
            <a:br/>
            <a: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2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Q1 LANE-POP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Arial"/>
              </a:defRPr>
            </a:pPr>
            <a:r>
              <a:t>Adopted: lane-based Q1 scan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worker = wgId * local_size_x + localId;</a:t>
            </a:r>
            <a:br/>
            <a:r>
              <a:t>uint homeShard =</a:t>
            </a:r>
            <a:br/>
            <a:r>
              <a:t>    (ENABLE_Q1_LANE_POP != 0u)</a:t>
            </a:r>
            <a:br/>
            <a:r>
              <a:t>        ? (worker % Q1_QUEUE_SHARDS)</a:t>
            </a:r>
            <a:br/>
            <a:r>
              <a:t>        : (wgId % Q1_QUEUE_SHARDS);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2" y="1444752"/>
            <a:ext cx="141732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Q2 BATCH 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Arial"/>
              </a:defRPr>
            </a:pPr>
            <a:r>
              <a:t>Rejected: subgroup batch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onsolas"/>
              </a:defRPr>
            </a:pPr>
            <a:r>
              <a:t>uint claim = min(available, Q2_DEQUEUE_BATCH_LIMIT);</a:t>
            </a:r>
            <a:br/>
            <a:r>
              <a:t>if (atomicCompSwap(control.q2[shard].count, cur, cur - claim) == cur) {</a:t>
            </a:r>
            <a:br/>
            <a:r>
              <a:t>    baseHead = atomicAdd(control.q2[shard].head, claim);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Arial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Appendix: numeric source table and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83464"/>
            <a:ext cx="384048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510528"/>
            <a:ext cx="292608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2026-05-25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017520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r">
              <a:defRPr sz="700" b="0">
                <a:solidFill>
                  <a:srgbClr val="666666"/>
                </a:solidFill>
                <a:latin typeface="Arial"/>
              </a:defRPr>
            </a:pPr>
            <a:r>
              <a:t>Optimization Evaluation v4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Artifact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Path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Normalized measurements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reports/2026-05/metrics/monthly_v4_normalized_measurements_20260525.csv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Measurement notes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reports/2026-05/metrics/monthly_v4_measurement_notes_20260525.md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Main backbone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reports/2026-05/metrics/q2_shards_20260510/research_backbone_20260510.md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Request batching summary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reports/2026-05/metrics/request_batching_validation_20260525/request_batching_validation_summary.csv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1772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F77B4"/>
                </a:solidFill>
                <a:latin typeface="Arial"/>
              </a:defRPr>
            </a:pPr>
            <a:r>
              <a:t>Use the normalized table for headline numbers; use the notes file for warmup rules and source-file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