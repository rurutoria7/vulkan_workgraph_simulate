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89B4FA"/>
                </a:solidFill>
              </a:rPr>
              <a:t>Weekly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DD6F4"/>
                </a:solidFill>
              </a:rPr>
              <a:t>Vulkan Persistent Thread Workgraph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6E3A1"/>
                </a:solidFill>
              </a:rPr>
              <a:t>2026 / 04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7086"/>
                </a:solidFill>
              </a:rPr>
              <a:t>LUO-WEN-CHIEN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B4FA"/>
                </a:solidFill>
              </a:rPr>
              <a:t>本週完成事項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9E2AF"/>
                </a:solidFill>
              </a:rPr>
              <a:t>• ① 科赫雪花（Koch Snowflake）接入 Persistent Thread 管線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Branching feedback loop：1 條邊 → 4 條子邊，驗證 DAG 任務流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665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9E2AF"/>
                </a:solidFill>
              </a:rPr>
              <a:t>• ② Workgroup-Level 角色重構，消除 Wavefront Divergence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05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角色由 thread-level 改為 workgroup-level，Dispatch 縮為 8 WG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9E2AF"/>
                </a:solidFill>
              </a:rPr>
              <a:t>• ③ 修復三個跨 CU 記憶體可見性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A6E3A1"/>
                </a:solidFill>
              </a:rPr>
              <a:t>    ─ 最終驗證：精確產生 768 條邊 / 1536 頂點，無垃圾資料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B4FA"/>
                </a:solidFill>
              </a:rPr>
              <a:t>① Koch Snowflake — Branching Feedback Loop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• 任務定義：P1→P2 細分為 4 條子邊（+60° 旋轉），MAX_DEPTH=4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A6E3A1"/>
                </a:solidFill>
              </a:rPr>
              <a:t>    ─ 3 條初始邊 × 4⁴ 遞迴 = 768 條最終邊，1536 個頂點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665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• 三節點拓撲（含 Feedback Loop）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05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F9E2AF"/>
                </a:solidFill>
              </a:rPr>
              <a:t>    ─ Node A  →  Q1  →  Node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DD6F4"/>
                </a:solidFill>
              </a:rPr>
              <a:t>      ─ depth &lt; 4 → 推回 Q1（branching × 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DD6F4"/>
                </a:solidFill>
              </a:rPr>
              <a:t>      ─ depth == 4 → 轉發 Q2 → Node C → Output Buffer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2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• 資料結構擴充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26110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payload[6]：坐標 + depth + per-slot ready 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7000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新增第 4 個 SSBO：output vertex buffer（Line List）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B4FA"/>
                </a:solidFill>
              </a:rPr>
              <a:t>② Workgroup-Level 角色重構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38BA8"/>
                </a:solidFill>
              </a:rPr>
              <a:t>• 原設計問題：gId % 32 → 同一 wavefront 走 3 條不同分支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RDNA3 wave32 = 32 threads，GPU 必須依序執行每條分支並 mask 其他 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665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A6E3A1"/>
                </a:solidFill>
              </a:rPr>
              <a:t>• 重構方案：角色改由 gl_WorkGroupID.x 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05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WG 0–5：Node B（Subdivider），WG 0 兼任初始播種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WG 6–7：Node C（Writer）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Dispatch (32,1,1) → (8,1,1)，同一 workgroup 內所有 thread 做相同工作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2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• 新增 specialization constant NODE_C_START（constant_id=2）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B4FA"/>
                </a:solidFill>
              </a:rPr>
              <a:t>③ 三個跨 CU 記憶體可見性 Bug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38BA8"/>
                </a:solidFill>
              </a:rPr>
              <a:t>• Bug 1：缺少 coherent → Node C 完全無法消費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CDD6F4"/>
                </a:solidFill>
              </a:rPr>
              <a:t>    ─ 非原子讀取從 L0/L1 讀到 stale 值；修復：所有 SSBO 加 coherent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665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38BA8"/>
                </a:solidFill>
              </a:rPr>
              <a:t>• Bug 2：Count 先於 Data → 多 192 條邊 + 垃圾頂點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05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CDD6F4"/>
                </a:solidFill>
              </a:rPr>
              <a:t>    ─ Consumer 在 producer 寫完前已讀取 slot；修復：payload[5] per-slot ready flag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38BA8"/>
                </a:solidFill>
              </a:rPr>
              <a:t>• Bug 3：Plain store 不可靠 → 257 個任務「消失」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CDD6F4"/>
                </a:solidFill>
              </a:rPr>
              <a:t>    ─ Plain store 停在 write-combining buffer；修復：atomicExchange / atomicCompSwap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2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F9E2AF"/>
                </a:solidFill>
              </a:rPr>
              <a:t>• 結論：跨 CU 通訊中，coherent + plain store 不夠；所有共享狀態必須原子操作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B4FA"/>
                </a:solidFill>
              </a:rPr>
              <a:t>結果與下週計畫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solidFill>
                  <a:srgbClr val="A6E3A1"/>
                </a:solidFill>
              </a:rPr>
              <a:t>• 本週驗證結果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    ─ 768 邊 / 1536 頂點精確產生，Q1/Q2 正確歸零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665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AMD RX 7900 XTX，耗時 ~2.76s（含 CPU 10ms polling 開銷）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05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solidFill>
                  <a:srgbClr val="A6E3A1"/>
                </a:solidFill>
              </a:rPr>
              <a:t>• 下週計畫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    ─ 渲染管線：output vertex buffer → VK_PRIMITIVE_TOPOLOGY_LINE_LIST 顯示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    ─ 性能量測：vkCmdWriteTimestamp 量化 GPU 純計算時間 + CAS 失敗率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822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    ─ Phase 4 探索：intra-workgroup 通訊移至 LDS（shared memory）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